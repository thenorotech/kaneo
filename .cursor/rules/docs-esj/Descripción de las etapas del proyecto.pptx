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264" r:id="rId5"/>
    <p:sldId id="261" r:id="rId6"/>
    <p:sldId id="265" r:id="rId7"/>
    <p:sldId id="266" r:id="rId8"/>
    <p:sldId id="267" r:id="rId9"/>
    <p:sldId id="268" r:id="rId10"/>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991DE3-7F23-4A32-85AE-5C31EB50DB7C}" v="47" dt="2026-05-21T00:51:49.7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954"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 Berenice Ledezma Montoya" userId="f4ed00c5-ee6a-45c5-9e16-a378804b6f23" providerId="ADAL" clId="{B240410E-2EEA-4DCA-9D14-1917C98A535E}"/>
    <pc:docChg chg="undo custSel addSld delSld modSld">
      <pc:chgData name="Brenda Berenice Ledezma Montoya" userId="f4ed00c5-ee6a-45c5-9e16-a378804b6f23" providerId="ADAL" clId="{B240410E-2EEA-4DCA-9D14-1917C98A535E}" dt="2026-05-21T00:54:43.686" v="8229" actId="14100"/>
      <pc:docMkLst>
        <pc:docMk/>
      </pc:docMkLst>
      <pc:sldChg chg="addSp delSp modSp new mod">
        <pc:chgData name="Brenda Berenice Ledezma Montoya" userId="f4ed00c5-ee6a-45c5-9e16-a378804b6f23" providerId="ADAL" clId="{B240410E-2EEA-4DCA-9D14-1917C98A535E}" dt="2026-05-21T00:03:31.878" v="3211" actId="207"/>
        <pc:sldMkLst>
          <pc:docMk/>
          <pc:sldMk cId="3248294931" sldId="256"/>
        </pc:sldMkLst>
        <pc:spChg chg="del">
          <ac:chgData name="Brenda Berenice Ledezma Montoya" userId="f4ed00c5-ee6a-45c5-9e16-a378804b6f23" providerId="ADAL" clId="{B240410E-2EEA-4DCA-9D14-1917C98A535E}" dt="2026-05-20T15:53:14.821" v="1" actId="478"/>
          <ac:spMkLst>
            <pc:docMk/>
            <pc:sldMk cId="3248294931" sldId="256"/>
            <ac:spMk id="2" creationId="{6A567F85-AAFE-47FF-805E-EE0F909DAC39}"/>
          </ac:spMkLst>
        </pc:spChg>
        <pc:spChg chg="del">
          <ac:chgData name="Brenda Berenice Ledezma Montoya" userId="f4ed00c5-ee6a-45c5-9e16-a378804b6f23" providerId="ADAL" clId="{B240410E-2EEA-4DCA-9D14-1917C98A535E}" dt="2026-05-20T15:53:15.662" v="2" actId="478"/>
          <ac:spMkLst>
            <pc:docMk/>
            <pc:sldMk cId="3248294931" sldId="256"/>
            <ac:spMk id="3" creationId="{64FECF61-1F5D-0821-3ADB-850C4F3ABD44}"/>
          </ac:spMkLst>
        </pc:spChg>
        <pc:spChg chg="add mod">
          <ac:chgData name="Brenda Berenice Ledezma Montoya" userId="f4ed00c5-ee6a-45c5-9e16-a378804b6f23" providerId="ADAL" clId="{B240410E-2EEA-4DCA-9D14-1917C98A535E}" dt="2026-05-20T15:54:01.892" v="6" actId="1076"/>
          <ac:spMkLst>
            <pc:docMk/>
            <pc:sldMk cId="3248294931" sldId="256"/>
            <ac:spMk id="4" creationId="{3EA94B96-C2F2-48DC-808D-C7BD15BAA396}"/>
          </ac:spMkLst>
        </pc:spChg>
        <pc:spChg chg="add mod">
          <ac:chgData name="Brenda Berenice Ledezma Montoya" userId="f4ed00c5-ee6a-45c5-9e16-a378804b6f23" providerId="ADAL" clId="{B240410E-2EEA-4DCA-9D14-1917C98A535E}" dt="2026-05-20T15:54:01.892" v="6" actId="1076"/>
          <ac:spMkLst>
            <pc:docMk/>
            <pc:sldMk cId="3248294931" sldId="256"/>
            <ac:spMk id="5" creationId="{2C823505-70E7-4B16-AD16-DD5A71510F4A}"/>
          </ac:spMkLst>
        </pc:spChg>
        <pc:spChg chg="add del mod">
          <ac:chgData name="Brenda Berenice Ledezma Montoya" userId="f4ed00c5-ee6a-45c5-9e16-a378804b6f23" providerId="ADAL" clId="{B240410E-2EEA-4DCA-9D14-1917C98A535E}" dt="2026-05-20T23:25:24.998" v="62" actId="478"/>
          <ac:spMkLst>
            <pc:docMk/>
            <pc:sldMk cId="3248294931" sldId="256"/>
            <ac:spMk id="6" creationId="{085EAC0D-5C97-CFE3-D1DC-1EBD23474A31}"/>
          </ac:spMkLst>
        </pc:spChg>
        <pc:spChg chg="add del mod">
          <ac:chgData name="Brenda Berenice Ledezma Montoya" userId="f4ed00c5-ee6a-45c5-9e16-a378804b6f23" providerId="ADAL" clId="{B240410E-2EEA-4DCA-9D14-1917C98A535E}" dt="2026-05-20T23:25:23.350" v="61" actId="478"/>
          <ac:spMkLst>
            <pc:docMk/>
            <pc:sldMk cId="3248294931" sldId="256"/>
            <ac:spMk id="7" creationId="{03436831-EC88-42A1-20F0-29C65E4E4C5A}"/>
          </ac:spMkLst>
        </pc:spChg>
        <pc:spChg chg="add mod">
          <ac:chgData name="Brenda Berenice Ledezma Montoya" userId="f4ed00c5-ee6a-45c5-9e16-a378804b6f23" providerId="ADAL" clId="{B240410E-2EEA-4DCA-9D14-1917C98A535E}" dt="2026-05-20T15:54:01.892" v="6" actId="1076"/>
          <ac:spMkLst>
            <pc:docMk/>
            <pc:sldMk cId="3248294931" sldId="256"/>
            <ac:spMk id="8" creationId="{C1E8CBAF-3AE8-3209-4E92-C96133C69A9C}"/>
          </ac:spMkLst>
        </pc:spChg>
        <pc:spChg chg="add mod">
          <ac:chgData name="Brenda Berenice Ledezma Montoya" userId="f4ed00c5-ee6a-45c5-9e16-a378804b6f23" providerId="ADAL" clId="{B240410E-2EEA-4DCA-9D14-1917C98A535E}" dt="2026-05-20T15:54:01.892" v="6" actId="1076"/>
          <ac:spMkLst>
            <pc:docMk/>
            <pc:sldMk cId="3248294931" sldId="256"/>
            <ac:spMk id="9" creationId="{770DB5D6-9DCC-00A9-7822-843D4A9D27F6}"/>
          </ac:spMkLst>
        </pc:spChg>
        <pc:spChg chg="add mod">
          <ac:chgData name="Brenda Berenice Ledezma Montoya" userId="f4ed00c5-ee6a-45c5-9e16-a378804b6f23" providerId="ADAL" clId="{B240410E-2EEA-4DCA-9D14-1917C98A535E}" dt="2026-05-20T15:54:01.892" v="6" actId="1076"/>
          <ac:spMkLst>
            <pc:docMk/>
            <pc:sldMk cId="3248294931" sldId="256"/>
            <ac:spMk id="10" creationId="{BBF03C5C-5CF8-A3A4-3096-B54C93DDBA43}"/>
          </ac:spMkLst>
        </pc:spChg>
        <pc:spChg chg="add del mod">
          <ac:chgData name="Brenda Berenice Ledezma Montoya" userId="f4ed00c5-ee6a-45c5-9e16-a378804b6f23" providerId="ADAL" clId="{B240410E-2EEA-4DCA-9D14-1917C98A535E}" dt="2026-05-20T23:26:57.338" v="158" actId="207"/>
          <ac:spMkLst>
            <pc:docMk/>
            <pc:sldMk cId="3248294931" sldId="256"/>
            <ac:spMk id="11" creationId="{27122E0C-4129-6A07-ACF0-0AB60A8A8857}"/>
          </ac:spMkLst>
        </pc:spChg>
        <pc:spChg chg="add mod">
          <ac:chgData name="Brenda Berenice Ledezma Montoya" userId="f4ed00c5-ee6a-45c5-9e16-a378804b6f23" providerId="ADAL" clId="{B240410E-2EEA-4DCA-9D14-1917C98A535E}" dt="2026-05-20T23:26:53.548" v="157" actId="207"/>
          <ac:spMkLst>
            <pc:docMk/>
            <pc:sldMk cId="3248294931" sldId="256"/>
            <ac:spMk id="12" creationId="{29BA4143-FE5D-4544-98D4-02846BDFE82E}"/>
          </ac:spMkLst>
        </pc:spChg>
        <pc:spChg chg="add mod">
          <ac:chgData name="Brenda Berenice Ledezma Montoya" userId="f4ed00c5-ee6a-45c5-9e16-a378804b6f23" providerId="ADAL" clId="{B240410E-2EEA-4DCA-9D14-1917C98A535E}" dt="2026-05-20T23:26:53.548" v="157" actId="207"/>
          <ac:spMkLst>
            <pc:docMk/>
            <pc:sldMk cId="3248294931" sldId="256"/>
            <ac:spMk id="13" creationId="{26FEF849-5BD9-F2E5-00A0-38189D3A458E}"/>
          </ac:spMkLst>
        </pc:spChg>
        <pc:spChg chg="add mod">
          <ac:chgData name="Brenda Berenice Ledezma Montoya" userId="f4ed00c5-ee6a-45c5-9e16-a378804b6f23" providerId="ADAL" clId="{B240410E-2EEA-4DCA-9D14-1917C98A535E}" dt="2026-05-20T23:26:53.548" v="157" actId="207"/>
          <ac:spMkLst>
            <pc:docMk/>
            <pc:sldMk cId="3248294931" sldId="256"/>
            <ac:spMk id="14" creationId="{E4BC6A07-DE78-3418-526C-FE9703ECF65A}"/>
          </ac:spMkLst>
        </pc:spChg>
        <pc:spChg chg="add mod">
          <ac:chgData name="Brenda Berenice Ledezma Montoya" userId="f4ed00c5-ee6a-45c5-9e16-a378804b6f23" providerId="ADAL" clId="{B240410E-2EEA-4DCA-9D14-1917C98A535E}" dt="2026-05-20T23:26:53.548" v="157" actId="207"/>
          <ac:spMkLst>
            <pc:docMk/>
            <pc:sldMk cId="3248294931" sldId="256"/>
            <ac:spMk id="15" creationId="{48BCCD43-C2AF-D9D0-23EF-1325D5249ED9}"/>
          </ac:spMkLst>
        </pc:spChg>
        <pc:spChg chg="add mod">
          <ac:chgData name="Brenda Berenice Ledezma Montoya" userId="f4ed00c5-ee6a-45c5-9e16-a378804b6f23" providerId="ADAL" clId="{B240410E-2EEA-4DCA-9D14-1917C98A535E}" dt="2026-05-20T23:40:52.838" v="890" actId="20577"/>
          <ac:spMkLst>
            <pc:docMk/>
            <pc:sldMk cId="3248294931" sldId="256"/>
            <ac:spMk id="20" creationId="{D5F926D4-3D28-5263-C9A8-F403CA587A33}"/>
          </ac:spMkLst>
        </pc:spChg>
        <pc:spChg chg="add mod">
          <ac:chgData name="Brenda Berenice Ledezma Montoya" userId="f4ed00c5-ee6a-45c5-9e16-a378804b6f23" providerId="ADAL" clId="{B240410E-2EEA-4DCA-9D14-1917C98A535E}" dt="2026-05-20T23:39:52.315" v="820" actId="14100"/>
          <ac:spMkLst>
            <pc:docMk/>
            <pc:sldMk cId="3248294931" sldId="256"/>
            <ac:spMk id="21" creationId="{C85C83C7-ED10-5804-D200-F511344936D1}"/>
          </ac:spMkLst>
        </pc:spChg>
        <pc:spChg chg="add mod">
          <ac:chgData name="Brenda Berenice Ledezma Montoya" userId="f4ed00c5-ee6a-45c5-9e16-a378804b6f23" providerId="ADAL" clId="{B240410E-2EEA-4DCA-9D14-1917C98A535E}" dt="2026-05-20T23:40:24.620" v="884" actId="20577"/>
          <ac:spMkLst>
            <pc:docMk/>
            <pc:sldMk cId="3248294931" sldId="256"/>
            <ac:spMk id="22" creationId="{976A8392-0E7B-12F6-14F1-5C502ED6A69A}"/>
          </ac:spMkLst>
        </pc:spChg>
        <pc:spChg chg="add mod">
          <ac:chgData name="Brenda Berenice Ledezma Montoya" userId="f4ed00c5-ee6a-45c5-9e16-a378804b6f23" providerId="ADAL" clId="{B240410E-2EEA-4DCA-9D14-1917C98A535E}" dt="2026-05-21T00:03:31.878" v="3211" actId="207"/>
          <ac:spMkLst>
            <pc:docMk/>
            <pc:sldMk cId="3248294931" sldId="256"/>
            <ac:spMk id="25" creationId="{BE067282-7595-5C0B-74B3-B156B4486C9B}"/>
          </ac:spMkLst>
        </pc:spChg>
        <pc:spChg chg="add mod">
          <ac:chgData name="Brenda Berenice Ledezma Montoya" userId="f4ed00c5-ee6a-45c5-9e16-a378804b6f23" providerId="ADAL" clId="{B240410E-2EEA-4DCA-9D14-1917C98A535E}" dt="2026-05-21T00:03:27.665" v="3209" actId="14100"/>
          <ac:spMkLst>
            <pc:docMk/>
            <pc:sldMk cId="3248294931" sldId="256"/>
            <ac:spMk id="26" creationId="{4F5EB330-5ED8-5D00-7A48-AD5E0946637E}"/>
          </ac:spMkLst>
        </pc:spChg>
        <pc:picChg chg="add del mod">
          <ac:chgData name="Brenda Berenice Ledezma Montoya" userId="f4ed00c5-ee6a-45c5-9e16-a378804b6f23" providerId="ADAL" clId="{B240410E-2EEA-4DCA-9D14-1917C98A535E}" dt="2026-05-20T23:31:34.146" v="168" actId="21"/>
          <ac:picMkLst>
            <pc:docMk/>
            <pc:sldMk cId="3248294931" sldId="256"/>
            <ac:picMk id="17" creationId="{29ADAB89-B263-55AF-1C7C-4484A434663D}"/>
          </ac:picMkLst>
        </pc:picChg>
        <pc:picChg chg="add del mod">
          <ac:chgData name="Brenda Berenice Ledezma Montoya" userId="f4ed00c5-ee6a-45c5-9e16-a378804b6f23" providerId="ADAL" clId="{B240410E-2EEA-4DCA-9D14-1917C98A535E}" dt="2026-05-20T23:36:08.258" v="649" actId="21"/>
          <ac:picMkLst>
            <pc:docMk/>
            <pc:sldMk cId="3248294931" sldId="256"/>
            <ac:picMk id="19" creationId="{91F9256E-57CF-824E-B954-88728F0F983E}"/>
          </ac:picMkLst>
        </pc:picChg>
        <pc:cxnChg chg="add mod">
          <ac:chgData name="Brenda Berenice Ledezma Montoya" userId="f4ed00c5-ee6a-45c5-9e16-a378804b6f23" providerId="ADAL" clId="{B240410E-2EEA-4DCA-9D14-1917C98A535E}" dt="2026-05-21T00:03:29.449" v="3210" actId="208"/>
          <ac:cxnSpMkLst>
            <pc:docMk/>
            <pc:sldMk cId="3248294931" sldId="256"/>
            <ac:cxnSpMk id="24" creationId="{0B10F0A5-78D8-0406-1A31-9B2AEFE0CC9D}"/>
          </ac:cxnSpMkLst>
        </pc:cxnChg>
        <pc:cxnChg chg="add mod">
          <ac:chgData name="Brenda Berenice Ledezma Montoya" userId="f4ed00c5-ee6a-45c5-9e16-a378804b6f23" providerId="ADAL" clId="{B240410E-2EEA-4DCA-9D14-1917C98A535E}" dt="2026-05-21T00:03:16.847" v="3207" actId="208"/>
          <ac:cxnSpMkLst>
            <pc:docMk/>
            <pc:sldMk cId="3248294931" sldId="256"/>
            <ac:cxnSpMk id="28" creationId="{BF76DE14-2F20-82E9-F0B1-3AF7A863ABB9}"/>
          </ac:cxnSpMkLst>
        </pc:cxnChg>
      </pc:sldChg>
      <pc:sldChg chg="addSp delSp new del mod">
        <pc:chgData name="Brenda Berenice Ledezma Montoya" userId="f4ed00c5-ee6a-45c5-9e16-a378804b6f23" providerId="ADAL" clId="{B240410E-2EEA-4DCA-9D14-1917C98A535E}" dt="2026-05-21T00:49:31.466" v="7355" actId="2696"/>
        <pc:sldMkLst>
          <pc:docMk/>
          <pc:sldMk cId="250814813" sldId="257"/>
        </pc:sldMkLst>
        <pc:spChg chg="del">
          <ac:chgData name="Brenda Berenice Ledezma Montoya" userId="f4ed00c5-ee6a-45c5-9e16-a378804b6f23" providerId="ADAL" clId="{B240410E-2EEA-4DCA-9D14-1917C98A535E}" dt="2026-05-20T15:54:39.692" v="32" actId="478"/>
          <ac:spMkLst>
            <pc:docMk/>
            <pc:sldMk cId="250814813" sldId="257"/>
            <ac:spMk id="2" creationId="{ACD8F04A-D824-1721-A34B-C82FDE99895C}"/>
          </ac:spMkLst>
        </pc:spChg>
        <pc:spChg chg="del">
          <ac:chgData name="Brenda Berenice Ledezma Montoya" userId="f4ed00c5-ee6a-45c5-9e16-a378804b6f23" providerId="ADAL" clId="{B240410E-2EEA-4DCA-9D14-1917C98A535E}" dt="2026-05-20T15:54:40.581" v="33" actId="478"/>
          <ac:spMkLst>
            <pc:docMk/>
            <pc:sldMk cId="250814813" sldId="257"/>
            <ac:spMk id="3" creationId="{6ADD74F0-C24D-5869-4002-6B79D4C0887E}"/>
          </ac:spMkLst>
        </pc:spChg>
        <pc:picChg chg="add">
          <ac:chgData name="Brenda Berenice Ledezma Montoya" userId="f4ed00c5-ee6a-45c5-9e16-a378804b6f23" providerId="ADAL" clId="{B240410E-2EEA-4DCA-9D14-1917C98A535E}" dt="2026-05-20T15:59:52.996" v="34" actId="22"/>
          <ac:picMkLst>
            <pc:docMk/>
            <pc:sldMk cId="250814813" sldId="257"/>
            <ac:picMk id="5" creationId="{8B9EF47A-2618-0536-0877-B379BAFB2495}"/>
          </ac:picMkLst>
        </pc:picChg>
        <pc:picChg chg="add">
          <ac:chgData name="Brenda Berenice Ledezma Montoya" userId="f4ed00c5-ee6a-45c5-9e16-a378804b6f23" providerId="ADAL" clId="{B240410E-2EEA-4DCA-9D14-1917C98A535E}" dt="2026-05-20T16:01:47.031" v="35" actId="22"/>
          <ac:picMkLst>
            <pc:docMk/>
            <pc:sldMk cId="250814813" sldId="257"/>
            <ac:picMk id="7" creationId="{F75033BC-77FD-075C-5F30-5AD4F18EB34D}"/>
          </ac:picMkLst>
        </pc:picChg>
      </pc:sldChg>
      <pc:sldChg chg="addSp delSp modSp new del mod">
        <pc:chgData name="Brenda Berenice Ledezma Montoya" userId="f4ed00c5-ee6a-45c5-9e16-a378804b6f23" providerId="ADAL" clId="{B240410E-2EEA-4DCA-9D14-1917C98A535E}" dt="2026-05-21T00:49:43.114" v="7358" actId="47"/>
        <pc:sldMkLst>
          <pc:docMk/>
          <pc:sldMk cId="3670065280" sldId="258"/>
        </pc:sldMkLst>
        <pc:spChg chg="del">
          <ac:chgData name="Brenda Berenice Ledezma Montoya" userId="f4ed00c5-ee6a-45c5-9e16-a378804b6f23" providerId="ADAL" clId="{B240410E-2EEA-4DCA-9D14-1917C98A535E}" dt="2026-05-20T16:04:06.190" v="38" actId="478"/>
          <ac:spMkLst>
            <pc:docMk/>
            <pc:sldMk cId="3670065280" sldId="258"/>
            <ac:spMk id="2" creationId="{0F44F55F-A6AC-D871-AC71-3D88D68B19C9}"/>
          </ac:spMkLst>
        </pc:spChg>
        <pc:spChg chg="del">
          <ac:chgData name="Brenda Berenice Ledezma Montoya" userId="f4ed00c5-ee6a-45c5-9e16-a378804b6f23" providerId="ADAL" clId="{B240410E-2EEA-4DCA-9D14-1917C98A535E}" dt="2026-05-20T16:04:05.502" v="37" actId="478"/>
          <ac:spMkLst>
            <pc:docMk/>
            <pc:sldMk cId="3670065280" sldId="258"/>
            <ac:spMk id="3" creationId="{9319CC00-308A-8FD2-DCBC-2F6B0B86E24D}"/>
          </ac:spMkLst>
        </pc:spChg>
        <pc:picChg chg="add del mod">
          <ac:chgData name="Brenda Berenice Ledezma Montoya" userId="f4ed00c5-ee6a-45c5-9e16-a378804b6f23" providerId="ADAL" clId="{B240410E-2EEA-4DCA-9D14-1917C98A535E}" dt="2026-05-21T00:45:45.531" v="7011" actId="21"/>
          <ac:picMkLst>
            <pc:docMk/>
            <pc:sldMk cId="3670065280" sldId="258"/>
            <ac:picMk id="5" creationId="{81D7A890-1ADA-6BE2-4BE4-1564BD4D20ED}"/>
          </ac:picMkLst>
        </pc:picChg>
      </pc:sldChg>
      <pc:sldChg chg="addSp delSp modSp new del mod">
        <pc:chgData name="Brenda Berenice Ledezma Montoya" userId="f4ed00c5-ee6a-45c5-9e16-a378804b6f23" providerId="ADAL" clId="{B240410E-2EEA-4DCA-9D14-1917C98A535E}" dt="2026-05-21T00:49:44.338" v="7359" actId="47"/>
        <pc:sldMkLst>
          <pc:docMk/>
          <pc:sldMk cId="3529419629" sldId="259"/>
        </pc:sldMkLst>
        <pc:spChg chg="del">
          <ac:chgData name="Brenda Berenice Ledezma Montoya" userId="f4ed00c5-ee6a-45c5-9e16-a378804b6f23" providerId="ADAL" clId="{B240410E-2EEA-4DCA-9D14-1917C98A535E}" dt="2026-05-20T16:08:06.500" v="43" actId="478"/>
          <ac:spMkLst>
            <pc:docMk/>
            <pc:sldMk cId="3529419629" sldId="259"/>
            <ac:spMk id="2" creationId="{99CEF668-81DC-C990-93A8-992A78FBB816}"/>
          </ac:spMkLst>
        </pc:spChg>
        <pc:spChg chg="del">
          <ac:chgData name="Brenda Berenice Ledezma Montoya" userId="f4ed00c5-ee6a-45c5-9e16-a378804b6f23" providerId="ADAL" clId="{B240410E-2EEA-4DCA-9D14-1917C98A535E}" dt="2026-05-20T16:08:05.740" v="42" actId="478"/>
          <ac:spMkLst>
            <pc:docMk/>
            <pc:sldMk cId="3529419629" sldId="259"/>
            <ac:spMk id="3" creationId="{185DE670-A29B-6991-682E-A5A50FB12293}"/>
          </ac:spMkLst>
        </pc:spChg>
        <pc:picChg chg="add del mod">
          <ac:chgData name="Brenda Berenice Ledezma Montoya" userId="f4ed00c5-ee6a-45c5-9e16-a378804b6f23" providerId="ADAL" clId="{B240410E-2EEA-4DCA-9D14-1917C98A535E}" dt="2026-05-21T00:32:33.786" v="5555" actId="21"/>
          <ac:picMkLst>
            <pc:docMk/>
            <pc:sldMk cId="3529419629" sldId="259"/>
            <ac:picMk id="5" creationId="{F30E7B97-2473-5898-6A93-EBA7D9B02C48}"/>
          </ac:picMkLst>
        </pc:picChg>
        <pc:picChg chg="add del mod">
          <ac:chgData name="Brenda Berenice Ledezma Montoya" userId="f4ed00c5-ee6a-45c5-9e16-a378804b6f23" providerId="ADAL" clId="{B240410E-2EEA-4DCA-9D14-1917C98A535E}" dt="2026-05-21T00:21:27.430" v="4278" actId="21"/>
          <ac:picMkLst>
            <pc:docMk/>
            <pc:sldMk cId="3529419629" sldId="259"/>
            <ac:picMk id="7" creationId="{CCA32F04-00FA-B729-3888-1A82E8640D5A}"/>
          </ac:picMkLst>
        </pc:picChg>
        <pc:picChg chg="add del mod">
          <ac:chgData name="Brenda Berenice Ledezma Montoya" userId="f4ed00c5-ee6a-45c5-9e16-a378804b6f23" providerId="ADAL" clId="{B240410E-2EEA-4DCA-9D14-1917C98A535E}" dt="2026-05-21T00:32:33.786" v="5555" actId="21"/>
          <ac:picMkLst>
            <pc:docMk/>
            <pc:sldMk cId="3529419629" sldId="259"/>
            <ac:picMk id="9" creationId="{54D6A150-373D-F743-BE2C-23440FF15BAF}"/>
          </ac:picMkLst>
        </pc:picChg>
        <pc:picChg chg="add del mod">
          <ac:chgData name="Brenda Berenice Ledezma Montoya" userId="f4ed00c5-ee6a-45c5-9e16-a378804b6f23" providerId="ADAL" clId="{B240410E-2EEA-4DCA-9D14-1917C98A535E}" dt="2026-05-21T00:39:20.433" v="6541" actId="21"/>
          <ac:picMkLst>
            <pc:docMk/>
            <pc:sldMk cId="3529419629" sldId="259"/>
            <ac:picMk id="11" creationId="{6BD18CCD-A19A-0FB8-47BA-A5AC1836C5B8}"/>
          </ac:picMkLst>
        </pc:picChg>
        <pc:picChg chg="add del">
          <ac:chgData name="Brenda Berenice Ledezma Montoya" userId="f4ed00c5-ee6a-45c5-9e16-a378804b6f23" providerId="ADAL" clId="{B240410E-2EEA-4DCA-9D14-1917C98A535E}" dt="2026-05-21T00:48:08.036" v="7155" actId="21"/>
          <ac:picMkLst>
            <pc:docMk/>
            <pc:sldMk cId="3529419629" sldId="259"/>
            <ac:picMk id="13" creationId="{51261C6F-09EF-7F61-5A24-3E400E3C76D0}"/>
          </ac:picMkLst>
        </pc:picChg>
        <pc:picChg chg="add del mod">
          <ac:chgData name="Brenda Berenice Ledezma Montoya" userId="f4ed00c5-ee6a-45c5-9e16-a378804b6f23" providerId="ADAL" clId="{B240410E-2EEA-4DCA-9D14-1917C98A535E}" dt="2026-05-21T00:25:51.076" v="4754" actId="21"/>
          <ac:picMkLst>
            <pc:docMk/>
            <pc:sldMk cId="3529419629" sldId="259"/>
            <ac:picMk id="15" creationId="{FD3A19D6-E356-1C40-0DA5-A268AE558ECB}"/>
          </ac:picMkLst>
        </pc:picChg>
      </pc:sldChg>
      <pc:sldChg chg="addSp delSp modSp new del mod">
        <pc:chgData name="Brenda Berenice Ledezma Montoya" userId="f4ed00c5-ee6a-45c5-9e16-a378804b6f23" providerId="ADAL" clId="{B240410E-2EEA-4DCA-9D14-1917C98A535E}" dt="2026-05-21T00:49:41.837" v="7357" actId="2696"/>
        <pc:sldMkLst>
          <pc:docMk/>
          <pc:sldMk cId="1205490381" sldId="260"/>
        </pc:sldMkLst>
        <pc:spChg chg="del">
          <ac:chgData name="Brenda Berenice Ledezma Montoya" userId="f4ed00c5-ee6a-45c5-9e16-a378804b6f23" providerId="ADAL" clId="{B240410E-2EEA-4DCA-9D14-1917C98A535E}" dt="2026-05-20T23:31:38.938" v="171" actId="478"/>
          <ac:spMkLst>
            <pc:docMk/>
            <pc:sldMk cId="1205490381" sldId="260"/>
            <ac:spMk id="2" creationId="{13E72DA8-B771-CDAE-1485-72E9A84C1D90}"/>
          </ac:spMkLst>
        </pc:spChg>
        <pc:spChg chg="del">
          <ac:chgData name="Brenda Berenice Ledezma Montoya" userId="f4ed00c5-ee6a-45c5-9e16-a378804b6f23" providerId="ADAL" clId="{B240410E-2EEA-4DCA-9D14-1917C98A535E}" dt="2026-05-20T23:31:37.952" v="170" actId="478"/>
          <ac:spMkLst>
            <pc:docMk/>
            <pc:sldMk cId="1205490381" sldId="260"/>
            <ac:spMk id="3" creationId="{C6566829-BFC7-8917-6BEE-607A2AD34B72}"/>
          </ac:spMkLst>
        </pc:spChg>
        <pc:picChg chg="add del mod">
          <ac:chgData name="Brenda Berenice Ledezma Montoya" userId="f4ed00c5-ee6a-45c5-9e16-a378804b6f23" providerId="ADAL" clId="{B240410E-2EEA-4DCA-9D14-1917C98A535E}" dt="2026-05-21T00:39:40.895" v="6552" actId="21"/>
          <ac:picMkLst>
            <pc:docMk/>
            <pc:sldMk cId="1205490381" sldId="260"/>
            <ac:picMk id="11" creationId="{6BD18CCD-A19A-0FB8-47BA-A5AC1836C5B8}"/>
          </ac:picMkLst>
        </pc:picChg>
        <pc:picChg chg="add del mod modCrop">
          <ac:chgData name="Brenda Berenice Ledezma Montoya" userId="f4ed00c5-ee6a-45c5-9e16-a378804b6f23" providerId="ADAL" clId="{B240410E-2EEA-4DCA-9D14-1917C98A535E}" dt="2026-05-20T23:46:05.801" v="1391" actId="21"/>
          <ac:picMkLst>
            <pc:docMk/>
            <pc:sldMk cId="1205490381" sldId="260"/>
            <ac:picMk id="17" creationId="{29ADAB89-B263-55AF-1C7C-4484A434663D}"/>
          </ac:picMkLst>
        </pc:picChg>
      </pc:sldChg>
      <pc:sldChg chg="addSp delSp modSp new mod">
        <pc:chgData name="Brenda Berenice Ledezma Montoya" userId="f4ed00c5-ee6a-45c5-9e16-a378804b6f23" providerId="ADAL" clId="{B240410E-2EEA-4DCA-9D14-1917C98A535E}" dt="2026-05-21T00:28:19.446" v="5178" actId="20577"/>
        <pc:sldMkLst>
          <pc:docMk/>
          <pc:sldMk cId="3744879191" sldId="261"/>
        </pc:sldMkLst>
        <pc:spChg chg="del">
          <ac:chgData name="Brenda Berenice Ledezma Montoya" userId="f4ed00c5-ee6a-45c5-9e16-a378804b6f23" providerId="ADAL" clId="{B240410E-2EEA-4DCA-9D14-1917C98A535E}" dt="2026-05-20T23:36:11.722" v="651" actId="478"/>
          <ac:spMkLst>
            <pc:docMk/>
            <pc:sldMk cId="3744879191" sldId="261"/>
            <ac:spMk id="2" creationId="{B90F0494-3F05-A0C1-52BA-8499BF995940}"/>
          </ac:spMkLst>
        </pc:spChg>
        <pc:spChg chg="del">
          <ac:chgData name="Brenda Berenice Ledezma Montoya" userId="f4ed00c5-ee6a-45c5-9e16-a378804b6f23" providerId="ADAL" clId="{B240410E-2EEA-4DCA-9D14-1917C98A535E}" dt="2026-05-20T23:36:11.128" v="650" actId="478"/>
          <ac:spMkLst>
            <pc:docMk/>
            <pc:sldMk cId="3744879191" sldId="261"/>
            <ac:spMk id="3" creationId="{6C603BDD-DA42-B813-2D91-54361BB3498B}"/>
          </ac:spMkLst>
        </pc:spChg>
        <pc:spChg chg="add mod">
          <ac:chgData name="Brenda Berenice Ledezma Montoya" userId="f4ed00c5-ee6a-45c5-9e16-a378804b6f23" providerId="ADAL" clId="{B240410E-2EEA-4DCA-9D14-1917C98A535E}" dt="2026-05-21T00:08:41.957" v="3911" actId="14100"/>
          <ac:spMkLst>
            <pc:docMk/>
            <pc:sldMk cId="3744879191" sldId="261"/>
            <ac:spMk id="4" creationId="{BB05E19B-3B40-8227-E76A-FBEE2166E6E1}"/>
          </ac:spMkLst>
        </pc:spChg>
        <pc:spChg chg="add mod">
          <ac:chgData name="Brenda Berenice Ledezma Montoya" userId="f4ed00c5-ee6a-45c5-9e16-a378804b6f23" providerId="ADAL" clId="{B240410E-2EEA-4DCA-9D14-1917C98A535E}" dt="2026-05-21T00:21:08.887" v="4276" actId="108"/>
          <ac:spMkLst>
            <pc:docMk/>
            <pc:sldMk cId="3744879191" sldId="261"/>
            <ac:spMk id="5" creationId="{7AC625A1-7BF7-E5D6-4518-CDE0FA806AA6}"/>
          </ac:spMkLst>
        </pc:spChg>
        <pc:spChg chg="add mod">
          <ac:chgData name="Brenda Berenice Ledezma Montoya" userId="f4ed00c5-ee6a-45c5-9e16-a378804b6f23" providerId="ADAL" clId="{B240410E-2EEA-4DCA-9D14-1917C98A535E}" dt="2026-05-21T00:26:17.857" v="4762" actId="108"/>
          <ac:spMkLst>
            <pc:docMk/>
            <pc:sldMk cId="3744879191" sldId="261"/>
            <ac:spMk id="6" creationId="{15036CC0-E655-0FD6-6335-180A5AF12894}"/>
          </ac:spMkLst>
        </pc:spChg>
        <pc:spChg chg="add mod">
          <ac:chgData name="Brenda Berenice Ledezma Montoya" userId="f4ed00c5-ee6a-45c5-9e16-a378804b6f23" providerId="ADAL" clId="{B240410E-2EEA-4DCA-9D14-1917C98A535E}" dt="2026-05-21T00:20:50.979" v="4273" actId="1038"/>
          <ac:spMkLst>
            <pc:docMk/>
            <pc:sldMk cId="3744879191" sldId="261"/>
            <ac:spMk id="7" creationId="{E4F20237-3191-3DBB-DD57-4748DEFB8456}"/>
          </ac:spMkLst>
        </pc:spChg>
        <pc:spChg chg="add mod">
          <ac:chgData name="Brenda Berenice Ledezma Montoya" userId="f4ed00c5-ee6a-45c5-9e16-a378804b6f23" providerId="ADAL" clId="{B240410E-2EEA-4DCA-9D14-1917C98A535E}" dt="2026-05-21T00:20:46.401" v="4265" actId="1038"/>
          <ac:spMkLst>
            <pc:docMk/>
            <pc:sldMk cId="3744879191" sldId="261"/>
            <ac:spMk id="8" creationId="{F176CE79-B46E-ECD6-ADBD-B9FA5AD55ED8}"/>
          </ac:spMkLst>
        </pc:spChg>
        <pc:spChg chg="add mod">
          <ac:chgData name="Brenda Berenice Ledezma Montoya" userId="f4ed00c5-ee6a-45c5-9e16-a378804b6f23" providerId="ADAL" clId="{B240410E-2EEA-4DCA-9D14-1917C98A535E}" dt="2026-05-21T00:20:38.077" v="4252" actId="1038"/>
          <ac:spMkLst>
            <pc:docMk/>
            <pc:sldMk cId="3744879191" sldId="261"/>
            <ac:spMk id="9" creationId="{9353E674-C140-0147-8EF9-9DA8B82FBBED}"/>
          </ac:spMkLst>
        </pc:spChg>
        <pc:spChg chg="add mod">
          <ac:chgData name="Brenda Berenice Ledezma Montoya" userId="f4ed00c5-ee6a-45c5-9e16-a378804b6f23" providerId="ADAL" clId="{B240410E-2EEA-4DCA-9D14-1917C98A535E}" dt="2026-05-21T00:20:29.853" v="4234" actId="1038"/>
          <ac:spMkLst>
            <pc:docMk/>
            <pc:sldMk cId="3744879191" sldId="261"/>
            <ac:spMk id="10" creationId="{B6ABB348-00BA-9B8E-B832-900949E899F4}"/>
          </ac:spMkLst>
        </pc:spChg>
        <pc:spChg chg="add mod">
          <ac:chgData name="Brenda Berenice Ledezma Montoya" userId="f4ed00c5-ee6a-45c5-9e16-a378804b6f23" providerId="ADAL" clId="{B240410E-2EEA-4DCA-9D14-1917C98A535E}" dt="2026-05-21T00:20:21.877" v="4211" actId="14100"/>
          <ac:spMkLst>
            <pc:docMk/>
            <pc:sldMk cId="3744879191" sldId="261"/>
            <ac:spMk id="11" creationId="{3B98B995-99E8-B944-3531-55E0CE15EEA7}"/>
          </ac:spMkLst>
        </pc:spChg>
        <pc:spChg chg="add mod">
          <ac:chgData name="Brenda Berenice Ledezma Montoya" userId="f4ed00c5-ee6a-45c5-9e16-a378804b6f23" providerId="ADAL" clId="{B240410E-2EEA-4DCA-9D14-1917C98A535E}" dt="2026-05-21T00:26:35.777" v="4809" actId="1076"/>
          <ac:spMkLst>
            <pc:docMk/>
            <pc:sldMk cId="3744879191" sldId="261"/>
            <ac:spMk id="13" creationId="{7F74BD5E-3AB0-03AC-ED75-437C2F364E2C}"/>
          </ac:spMkLst>
        </pc:spChg>
        <pc:spChg chg="add mod">
          <ac:chgData name="Brenda Berenice Ledezma Montoya" userId="f4ed00c5-ee6a-45c5-9e16-a378804b6f23" providerId="ADAL" clId="{B240410E-2EEA-4DCA-9D14-1917C98A535E}" dt="2026-05-21T00:28:19.446" v="5178" actId="20577"/>
          <ac:spMkLst>
            <pc:docMk/>
            <pc:sldMk cId="3744879191" sldId="261"/>
            <ac:spMk id="14" creationId="{017A0527-139F-FD40-BFCE-C3D714A540B0}"/>
          </ac:spMkLst>
        </pc:spChg>
        <pc:picChg chg="add mod modCrop">
          <ac:chgData name="Brenda Berenice Ledezma Montoya" userId="f4ed00c5-ee6a-45c5-9e16-a378804b6f23" providerId="ADAL" clId="{B240410E-2EEA-4DCA-9D14-1917C98A535E}" dt="2026-05-21T00:21:43.288" v="4283" actId="1076"/>
          <ac:picMkLst>
            <pc:docMk/>
            <pc:sldMk cId="3744879191" sldId="261"/>
            <ac:picMk id="12" creationId="{CCA32F04-00FA-B729-3888-1A82E8640D5A}"/>
          </ac:picMkLst>
        </pc:picChg>
        <pc:picChg chg="add mod">
          <ac:chgData name="Brenda Berenice Ledezma Montoya" userId="f4ed00c5-ee6a-45c5-9e16-a378804b6f23" providerId="ADAL" clId="{B240410E-2EEA-4DCA-9D14-1917C98A535E}" dt="2026-05-21T00:26:37.987" v="4810" actId="1076"/>
          <ac:picMkLst>
            <pc:docMk/>
            <pc:sldMk cId="3744879191" sldId="261"/>
            <ac:picMk id="15" creationId="{FD3A19D6-E356-1C40-0DA5-A268AE558ECB}"/>
          </ac:picMkLst>
        </pc:picChg>
        <pc:picChg chg="add del mod">
          <ac:chgData name="Brenda Berenice Ledezma Montoya" userId="f4ed00c5-ee6a-45c5-9e16-a378804b6f23" providerId="ADAL" clId="{B240410E-2EEA-4DCA-9D14-1917C98A535E}" dt="2026-05-20T23:42:28.115" v="966" actId="21"/>
          <ac:picMkLst>
            <pc:docMk/>
            <pc:sldMk cId="3744879191" sldId="261"/>
            <ac:picMk id="19" creationId="{91F9256E-57CF-824E-B954-88728F0F983E}"/>
          </ac:picMkLst>
        </pc:picChg>
      </pc:sldChg>
      <pc:sldChg chg="addSp delSp modSp add mod">
        <pc:chgData name="Brenda Berenice Ledezma Montoya" userId="f4ed00c5-ee6a-45c5-9e16-a378804b6f23" providerId="ADAL" clId="{B240410E-2EEA-4DCA-9D14-1917C98A535E}" dt="2026-05-21T00:03:06.065" v="3206" actId="2085"/>
        <pc:sldMkLst>
          <pc:docMk/>
          <pc:sldMk cId="2239890276" sldId="262"/>
        </pc:sldMkLst>
        <pc:spChg chg="add mod">
          <ac:chgData name="Brenda Berenice Ledezma Montoya" userId="f4ed00c5-ee6a-45c5-9e16-a378804b6f23" providerId="ADAL" clId="{B240410E-2EEA-4DCA-9D14-1917C98A535E}" dt="2026-05-21T00:03:06.065" v="3206" actId="2085"/>
          <ac:spMkLst>
            <pc:docMk/>
            <pc:sldMk cId="2239890276" sldId="262"/>
            <ac:spMk id="2" creationId="{D1DB21E8-C6C2-538B-6D6E-7EEB866E65AF}"/>
          </ac:spMkLst>
        </pc:spChg>
        <pc:spChg chg="add mod">
          <ac:chgData name="Brenda Berenice Ledezma Montoya" userId="f4ed00c5-ee6a-45c5-9e16-a378804b6f23" providerId="ADAL" clId="{B240410E-2EEA-4DCA-9D14-1917C98A535E}" dt="2026-05-20T23:46:58.228" v="1540" actId="1076"/>
          <ac:spMkLst>
            <pc:docMk/>
            <pc:sldMk cId="2239890276" sldId="262"/>
            <ac:spMk id="7" creationId="{2EB592F5-F6BC-6D04-397F-98ECF3FFA301}"/>
          </ac:spMkLst>
        </pc:spChg>
        <pc:spChg chg="mod">
          <ac:chgData name="Brenda Berenice Ledezma Montoya" userId="f4ed00c5-ee6a-45c5-9e16-a378804b6f23" providerId="ADAL" clId="{B240410E-2EEA-4DCA-9D14-1917C98A535E}" dt="2026-05-20T23:41:40.622" v="894" actId="108"/>
          <ac:spMkLst>
            <pc:docMk/>
            <pc:sldMk cId="2239890276" sldId="262"/>
            <ac:spMk id="11" creationId="{08164757-AA15-8E2E-9A7F-1CD4844A474C}"/>
          </ac:spMkLst>
        </pc:spChg>
        <pc:spChg chg="mod">
          <ac:chgData name="Brenda Berenice Ledezma Montoya" userId="f4ed00c5-ee6a-45c5-9e16-a378804b6f23" providerId="ADAL" clId="{B240410E-2EEA-4DCA-9D14-1917C98A535E}" dt="2026-05-20T23:41:37.498" v="893" actId="108"/>
          <ac:spMkLst>
            <pc:docMk/>
            <pc:sldMk cId="2239890276" sldId="262"/>
            <ac:spMk id="12" creationId="{34DA7D1A-4E4E-2DF5-C674-548E833A5D4F}"/>
          </ac:spMkLst>
        </pc:spChg>
        <pc:spChg chg="mod">
          <ac:chgData name="Brenda Berenice Ledezma Montoya" userId="f4ed00c5-ee6a-45c5-9e16-a378804b6f23" providerId="ADAL" clId="{B240410E-2EEA-4DCA-9D14-1917C98A535E}" dt="2026-05-20T23:43:04.098" v="975" actId="20577"/>
          <ac:spMkLst>
            <pc:docMk/>
            <pc:sldMk cId="2239890276" sldId="262"/>
            <ac:spMk id="20" creationId="{725140A2-225F-931D-52AA-E6A0BF856A87}"/>
          </ac:spMkLst>
        </pc:spChg>
        <pc:spChg chg="del">
          <ac:chgData name="Brenda Berenice Ledezma Montoya" userId="f4ed00c5-ee6a-45c5-9e16-a378804b6f23" providerId="ADAL" clId="{B240410E-2EEA-4DCA-9D14-1917C98A535E}" dt="2026-05-20T23:42:15.948" v="962" actId="478"/>
          <ac:spMkLst>
            <pc:docMk/>
            <pc:sldMk cId="2239890276" sldId="262"/>
            <ac:spMk id="21" creationId="{BC2B5996-9972-5E39-4DD9-C476623DED4C}"/>
          </ac:spMkLst>
        </pc:spChg>
        <pc:spChg chg="mod">
          <ac:chgData name="Brenda Berenice Ledezma Montoya" userId="f4ed00c5-ee6a-45c5-9e16-a378804b6f23" providerId="ADAL" clId="{B240410E-2EEA-4DCA-9D14-1917C98A535E}" dt="2026-05-20T23:45:47.758" v="1387" actId="6549"/>
          <ac:spMkLst>
            <pc:docMk/>
            <pc:sldMk cId="2239890276" sldId="262"/>
            <ac:spMk id="22" creationId="{2696E44F-6831-F7C7-959E-67C97355DC4D}"/>
          </ac:spMkLst>
        </pc:spChg>
        <pc:spChg chg="del">
          <ac:chgData name="Brenda Berenice Ledezma Montoya" userId="f4ed00c5-ee6a-45c5-9e16-a378804b6f23" providerId="ADAL" clId="{B240410E-2EEA-4DCA-9D14-1917C98A535E}" dt="2026-05-20T23:42:19.038" v="965" actId="478"/>
          <ac:spMkLst>
            <pc:docMk/>
            <pc:sldMk cId="2239890276" sldId="262"/>
            <ac:spMk id="25" creationId="{86411B7F-C399-E987-3388-F5CB03D702D4}"/>
          </ac:spMkLst>
        </pc:spChg>
        <pc:spChg chg="del">
          <ac:chgData name="Brenda Berenice Ledezma Montoya" userId="f4ed00c5-ee6a-45c5-9e16-a378804b6f23" providerId="ADAL" clId="{B240410E-2EEA-4DCA-9D14-1917C98A535E}" dt="2026-05-20T23:42:14.648" v="961" actId="478"/>
          <ac:spMkLst>
            <pc:docMk/>
            <pc:sldMk cId="2239890276" sldId="262"/>
            <ac:spMk id="26" creationId="{C37F5146-8206-6EFE-789E-F4492ED17274}"/>
          </ac:spMkLst>
        </pc:spChg>
        <pc:picChg chg="add mod">
          <ac:chgData name="Brenda Berenice Ledezma Montoya" userId="f4ed00c5-ee6a-45c5-9e16-a378804b6f23" providerId="ADAL" clId="{B240410E-2EEA-4DCA-9D14-1917C98A535E}" dt="2026-05-20T23:46:11.587" v="1395" actId="1076"/>
          <ac:picMkLst>
            <pc:docMk/>
            <pc:sldMk cId="2239890276" sldId="262"/>
            <ac:picMk id="17" creationId="{29ADAB89-B263-55AF-1C7C-4484A434663D}"/>
          </ac:picMkLst>
        </pc:picChg>
        <pc:picChg chg="add mod modCrop">
          <ac:chgData name="Brenda Berenice Ledezma Montoya" userId="f4ed00c5-ee6a-45c5-9e16-a378804b6f23" providerId="ADAL" clId="{B240410E-2EEA-4DCA-9D14-1917C98A535E}" dt="2026-05-20T23:43:25.918" v="979" actId="1076"/>
          <ac:picMkLst>
            <pc:docMk/>
            <pc:sldMk cId="2239890276" sldId="262"/>
            <ac:picMk id="19" creationId="{91F9256E-57CF-824E-B954-88728F0F983E}"/>
          </ac:picMkLst>
        </pc:picChg>
        <pc:cxnChg chg="add mod">
          <ac:chgData name="Brenda Berenice Ledezma Montoya" userId="f4ed00c5-ee6a-45c5-9e16-a378804b6f23" providerId="ADAL" clId="{B240410E-2EEA-4DCA-9D14-1917C98A535E}" dt="2026-05-21T00:02:59.989" v="3204" actId="208"/>
          <ac:cxnSpMkLst>
            <pc:docMk/>
            <pc:sldMk cId="2239890276" sldId="262"/>
            <ac:cxnSpMk id="6" creationId="{81073D37-0447-2283-B78D-BFB594760A2E}"/>
          </ac:cxnSpMkLst>
        </pc:cxnChg>
        <pc:cxnChg chg="del">
          <ac:chgData name="Brenda Berenice Ledezma Montoya" userId="f4ed00c5-ee6a-45c5-9e16-a378804b6f23" providerId="ADAL" clId="{B240410E-2EEA-4DCA-9D14-1917C98A535E}" dt="2026-05-20T23:42:17.108" v="963" actId="478"/>
          <ac:cxnSpMkLst>
            <pc:docMk/>
            <pc:sldMk cId="2239890276" sldId="262"/>
            <ac:cxnSpMk id="24" creationId="{EF2380B2-7872-0F50-67E8-2129A8845AAF}"/>
          </ac:cxnSpMkLst>
        </pc:cxnChg>
        <pc:cxnChg chg="del">
          <ac:chgData name="Brenda Berenice Ledezma Montoya" userId="f4ed00c5-ee6a-45c5-9e16-a378804b6f23" providerId="ADAL" clId="{B240410E-2EEA-4DCA-9D14-1917C98A535E}" dt="2026-05-20T23:42:18.169" v="964" actId="478"/>
          <ac:cxnSpMkLst>
            <pc:docMk/>
            <pc:sldMk cId="2239890276" sldId="262"/>
            <ac:cxnSpMk id="28" creationId="{8F0A1CA0-CFEF-0335-7174-9AFCEEFAF429}"/>
          </ac:cxnSpMkLst>
        </pc:cxnChg>
      </pc:sldChg>
      <pc:sldChg chg="addSp delSp modSp add mod">
        <pc:chgData name="Brenda Berenice Ledezma Montoya" userId="f4ed00c5-ee6a-45c5-9e16-a378804b6f23" providerId="ADAL" clId="{B240410E-2EEA-4DCA-9D14-1917C98A535E}" dt="2026-05-20T23:56:21.987" v="2582" actId="113"/>
        <pc:sldMkLst>
          <pc:docMk/>
          <pc:sldMk cId="3512698372" sldId="263"/>
        </pc:sldMkLst>
        <pc:spChg chg="del">
          <ac:chgData name="Brenda Berenice Ledezma Montoya" userId="f4ed00c5-ee6a-45c5-9e16-a378804b6f23" providerId="ADAL" clId="{B240410E-2EEA-4DCA-9D14-1917C98A535E}" dt="2026-05-20T23:48:45.729" v="1606" actId="478"/>
          <ac:spMkLst>
            <pc:docMk/>
            <pc:sldMk cId="3512698372" sldId="263"/>
            <ac:spMk id="2" creationId="{B2B8FB9B-698C-DA07-83D1-3B31F54DADF5}"/>
          </ac:spMkLst>
        </pc:spChg>
        <pc:spChg chg="add del mod">
          <ac:chgData name="Brenda Berenice Ledezma Montoya" userId="f4ed00c5-ee6a-45c5-9e16-a378804b6f23" providerId="ADAL" clId="{B240410E-2EEA-4DCA-9D14-1917C98A535E}" dt="2026-05-20T23:49:43.234" v="1620" actId="478"/>
          <ac:spMkLst>
            <pc:docMk/>
            <pc:sldMk cId="3512698372" sldId="263"/>
            <ac:spMk id="3" creationId="{36239EBA-303F-F5BE-252A-EE19277CC69C}"/>
          </ac:spMkLst>
        </pc:spChg>
        <pc:spChg chg="add del mod">
          <ac:chgData name="Brenda Berenice Ledezma Montoya" userId="f4ed00c5-ee6a-45c5-9e16-a378804b6f23" providerId="ADAL" clId="{B240410E-2EEA-4DCA-9D14-1917C98A535E}" dt="2026-05-20T23:53:39.308" v="2506" actId="113"/>
          <ac:spMkLst>
            <pc:docMk/>
            <pc:sldMk cId="3512698372" sldId="263"/>
            <ac:spMk id="7" creationId="{7AFC437C-8F45-DCBA-0772-89192F755FF1}"/>
          </ac:spMkLst>
        </pc:spChg>
        <pc:spChg chg="mod">
          <ac:chgData name="Brenda Berenice Ledezma Montoya" userId="f4ed00c5-ee6a-45c5-9e16-a378804b6f23" providerId="ADAL" clId="{B240410E-2EEA-4DCA-9D14-1917C98A535E}" dt="2026-05-20T23:53:50.205" v="2508" actId="108"/>
          <ac:spMkLst>
            <pc:docMk/>
            <pc:sldMk cId="3512698372" sldId="263"/>
            <ac:spMk id="12" creationId="{61031067-D87F-1A7F-4FEA-C0912D97B599}"/>
          </ac:spMkLst>
        </pc:spChg>
        <pc:spChg chg="mod">
          <ac:chgData name="Brenda Berenice Ledezma Montoya" userId="f4ed00c5-ee6a-45c5-9e16-a378804b6f23" providerId="ADAL" clId="{B240410E-2EEA-4DCA-9D14-1917C98A535E}" dt="2026-05-20T23:53:47.117" v="2507" actId="108"/>
          <ac:spMkLst>
            <pc:docMk/>
            <pc:sldMk cId="3512698372" sldId="263"/>
            <ac:spMk id="13" creationId="{E9D7C66C-EE8F-BB6C-4362-23206E91F6E3}"/>
          </ac:spMkLst>
        </pc:spChg>
        <pc:spChg chg="add mod">
          <ac:chgData name="Brenda Berenice Ledezma Montoya" userId="f4ed00c5-ee6a-45c5-9e16-a378804b6f23" providerId="ADAL" clId="{B240410E-2EEA-4DCA-9D14-1917C98A535E}" dt="2026-05-20T23:56:21.987" v="2582" actId="113"/>
          <ac:spMkLst>
            <pc:docMk/>
            <pc:sldMk cId="3512698372" sldId="263"/>
            <ac:spMk id="16" creationId="{27ADA01E-72E4-2330-FC72-B1F9829D9F52}"/>
          </ac:spMkLst>
        </pc:spChg>
        <pc:spChg chg="mod">
          <ac:chgData name="Brenda Berenice Ledezma Montoya" userId="f4ed00c5-ee6a-45c5-9e16-a378804b6f23" providerId="ADAL" clId="{B240410E-2EEA-4DCA-9D14-1917C98A535E}" dt="2026-05-20T23:48:37.989" v="1604" actId="20577"/>
          <ac:spMkLst>
            <pc:docMk/>
            <pc:sldMk cId="3512698372" sldId="263"/>
            <ac:spMk id="20" creationId="{0184D865-75AF-357E-2CC0-8BA96B36331D}"/>
          </ac:spMkLst>
        </pc:spChg>
        <pc:spChg chg="add mod">
          <ac:chgData name="Brenda Berenice Ledezma Montoya" userId="f4ed00c5-ee6a-45c5-9e16-a378804b6f23" providerId="ADAL" clId="{B240410E-2EEA-4DCA-9D14-1917C98A535E}" dt="2026-05-20T23:56:19.798" v="2581" actId="113"/>
          <ac:spMkLst>
            <pc:docMk/>
            <pc:sldMk cId="3512698372" sldId="263"/>
            <ac:spMk id="21" creationId="{0EE7F5D3-7611-284B-DA7F-CEAD686EDB6C}"/>
          </ac:spMkLst>
        </pc:spChg>
        <pc:spChg chg="del">
          <ac:chgData name="Brenda Berenice Ledezma Montoya" userId="f4ed00c5-ee6a-45c5-9e16-a378804b6f23" providerId="ADAL" clId="{B240410E-2EEA-4DCA-9D14-1917C98A535E}" dt="2026-05-20T23:48:50.965" v="1608" actId="478"/>
          <ac:spMkLst>
            <pc:docMk/>
            <pc:sldMk cId="3512698372" sldId="263"/>
            <ac:spMk id="22" creationId="{3115A1B9-4E78-51D2-96D4-C7C6CF0DEE18}"/>
          </ac:spMkLst>
        </pc:spChg>
        <pc:picChg chg="del mod">
          <ac:chgData name="Brenda Berenice Ledezma Montoya" userId="f4ed00c5-ee6a-45c5-9e16-a378804b6f23" providerId="ADAL" clId="{B240410E-2EEA-4DCA-9D14-1917C98A535E}" dt="2026-05-20T23:51:32.709" v="1984" actId="478"/>
          <ac:picMkLst>
            <pc:docMk/>
            <pc:sldMk cId="3512698372" sldId="263"/>
            <ac:picMk id="17" creationId="{AF47FDBB-D52B-50AB-C39F-4E80DD2B1F8A}"/>
          </ac:picMkLst>
        </pc:picChg>
        <pc:picChg chg="del">
          <ac:chgData name="Brenda Berenice Ledezma Montoya" userId="f4ed00c5-ee6a-45c5-9e16-a378804b6f23" providerId="ADAL" clId="{B240410E-2EEA-4DCA-9D14-1917C98A535E}" dt="2026-05-20T23:48:43.299" v="1605" actId="478"/>
          <ac:picMkLst>
            <pc:docMk/>
            <pc:sldMk cId="3512698372" sldId="263"/>
            <ac:picMk id="19" creationId="{393AE454-ACF0-C497-9D6D-45F3651DCF0E}"/>
          </ac:picMkLst>
        </pc:picChg>
        <pc:cxnChg chg="del">
          <ac:chgData name="Brenda Berenice Ledezma Montoya" userId="f4ed00c5-ee6a-45c5-9e16-a378804b6f23" providerId="ADAL" clId="{B240410E-2EEA-4DCA-9D14-1917C98A535E}" dt="2026-05-20T23:48:46.365" v="1607" actId="478"/>
          <ac:cxnSpMkLst>
            <pc:docMk/>
            <pc:sldMk cId="3512698372" sldId="263"/>
            <ac:cxnSpMk id="6" creationId="{A4B9C08B-C5D1-CB8E-849F-4A407936306B}"/>
          </ac:cxnSpMkLst>
        </pc:cxnChg>
      </pc:sldChg>
      <pc:sldChg chg="addSp delSp modSp add mod">
        <pc:chgData name="Brenda Berenice Ledezma Montoya" userId="f4ed00c5-ee6a-45c5-9e16-a378804b6f23" providerId="ADAL" clId="{B240410E-2EEA-4DCA-9D14-1917C98A535E}" dt="2026-05-21T00:07:44.537" v="3863" actId="14100"/>
        <pc:sldMkLst>
          <pc:docMk/>
          <pc:sldMk cId="1050654891" sldId="264"/>
        </pc:sldMkLst>
        <pc:spChg chg="add mod">
          <ac:chgData name="Brenda Berenice Ledezma Montoya" userId="f4ed00c5-ee6a-45c5-9e16-a378804b6f23" providerId="ADAL" clId="{B240410E-2EEA-4DCA-9D14-1917C98A535E}" dt="2026-05-21T00:01:29.827" v="3014" actId="14100"/>
          <ac:spMkLst>
            <pc:docMk/>
            <pc:sldMk cId="1050654891" sldId="264"/>
            <ac:spMk id="2" creationId="{6E59757E-2788-253A-F29C-337C9A3A0914}"/>
          </ac:spMkLst>
        </pc:spChg>
        <pc:spChg chg="add mod">
          <ac:chgData name="Brenda Berenice Ledezma Montoya" userId="f4ed00c5-ee6a-45c5-9e16-a378804b6f23" providerId="ADAL" clId="{B240410E-2EEA-4DCA-9D14-1917C98A535E}" dt="2026-05-21T00:01:26.884" v="3013" actId="14100"/>
          <ac:spMkLst>
            <pc:docMk/>
            <pc:sldMk cId="1050654891" sldId="264"/>
            <ac:spMk id="3" creationId="{30661D0E-2819-0253-EF19-916A2C4B0FC3}"/>
          </ac:spMkLst>
        </pc:spChg>
        <pc:spChg chg="add mod">
          <ac:chgData name="Brenda Berenice Ledezma Montoya" userId="f4ed00c5-ee6a-45c5-9e16-a378804b6f23" providerId="ADAL" clId="{B240410E-2EEA-4DCA-9D14-1917C98A535E}" dt="2026-05-21T00:01:23.337" v="3012" actId="1076"/>
          <ac:spMkLst>
            <pc:docMk/>
            <pc:sldMk cId="1050654891" sldId="264"/>
            <ac:spMk id="6" creationId="{7E433E1A-87B9-D493-D526-6906DE362D6C}"/>
          </ac:spMkLst>
        </pc:spChg>
        <pc:spChg chg="del mod">
          <ac:chgData name="Brenda Berenice Ledezma Montoya" userId="f4ed00c5-ee6a-45c5-9e16-a378804b6f23" providerId="ADAL" clId="{B240410E-2EEA-4DCA-9D14-1917C98A535E}" dt="2026-05-21T00:03:55.165" v="3212" actId="21"/>
          <ac:spMkLst>
            <pc:docMk/>
            <pc:sldMk cId="1050654891" sldId="264"/>
            <ac:spMk id="7" creationId="{D31AECE0-F9C2-5FD7-2C9F-D950BA69DCE8}"/>
          </ac:spMkLst>
        </pc:spChg>
        <pc:spChg chg="mod">
          <ac:chgData name="Brenda Berenice Ledezma Montoya" userId="f4ed00c5-ee6a-45c5-9e16-a378804b6f23" providerId="ADAL" clId="{B240410E-2EEA-4DCA-9D14-1917C98A535E}" dt="2026-05-20T23:56:46.147" v="2585" actId="108"/>
          <ac:spMkLst>
            <pc:docMk/>
            <pc:sldMk cId="1050654891" sldId="264"/>
            <ac:spMk id="13" creationId="{9BCF11C1-BC3B-576B-E08A-CC30085D7BFF}"/>
          </ac:spMkLst>
        </pc:spChg>
        <pc:spChg chg="mod">
          <ac:chgData name="Brenda Berenice Ledezma Montoya" userId="f4ed00c5-ee6a-45c5-9e16-a378804b6f23" providerId="ADAL" clId="{B240410E-2EEA-4DCA-9D14-1917C98A535E}" dt="2026-05-20T23:56:43.687" v="2584" actId="108"/>
          <ac:spMkLst>
            <pc:docMk/>
            <pc:sldMk cId="1050654891" sldId="264"/>
            <ac:spMk id="14" creationId="{C4381E06-8AAF-BF61-6F01-FE02974AF07F}"/>
          </ac:spMkLst>
        </pc:spChg>
        <pc:spChg chg="mod">
          <ac:chgData name="Brenda Berenice Ledezma Montoya" userId="f4ed00c5-ee6a-45c5-9e16-a378804b6f23" providerId="ADAL" clId="{B240410E-2EEA-4DCA-9D14-1917C98A535E}" dt="2026-05-20T23:58:20.191" v="2838" actId="113"/>
          <ac:spMkLst>
            <pc:docMk/>
            <pc:sldMk cId="1050654891" sldId="264"/>
            <ac:spMk id="16" creationId="{60B4C067-029F-F903-8C71-1A51401F69F7}"/>
          </ac:spMkLst>
        </pc:spChg>
        <pc:spChg chg="add mod">
          <ac:chgData name="Brenda Berenice Ledezma Montoya" userId="f4ed00c5-ee6a-45c5-9e16-a378804b6f23" providerId="ADAL" clId="{B240410E-2EEA-4DCA-9D14-1917C98A535E}" dt="2026-05-21T00:02:46.937" v="3202" actId="207"/>
          <ac:spMkLst>
            <pc:docMk/>
            <pc:sldMk cId="1050654891" sldId="264"/>
            <ac:spMk id="17" creationId="{7EB90093-98E5-0EE8-0357-6441948BC4B1}"/>
          </ac:spMkLst>
        </pc:spChg>
        <pc:spChg chg="mod">
          <ac:chgData name="Brenda Berenice Ledezma Montoya" userId="f4ed00c5-ee6a-45c5-9e16-a378804b6f23" providerId="ADAL" clId="{B240410E-2EEA-4DCA-9D14-1917C98A535E}" dt="2026-05-20T23:56:58.797" v="2637" actId="20577"/>
          <ac:spMkLst>
            <pc:docMk/>
            <pc:sldMk cId="1050654891" sldId="264"/>
            <ac:spMk id="20" creationId="{40E42E80-48CA-AF21-E221-016F0F5012B0}"/>
          </ac:spMkLst>
        </pc:spChg>
        <pc:spChg chg="mod">
          <ac:chgData name="Brenda Berenice Ledezma Montoya" userId="f4ed00c5-ee6a-45c5-9e16-a378804b6f23" providerId="ADAL" clId="{B240410E-2EEA-4DCA-9D14-1917C98A535E}" dt="2026-05-20T23:58:26.249" v="2839" actId="1076"/>
          <ac:spMkLst>
            <pc:docMk/>
            <pc:sldMk cId="1050654891" sldId="264"/>
            <ac:spMk id="21" creationId="{44DF4524-2C32-DCBD-B4A1-F59D98E0CC7F}"/>
          </ac:spMkLst>
        </pc:spChg>
        <pc:spChg chg="add mod">
          <ac:chgData name="Brenda Berenice Ledezma Montoya" userId="f4ed00c5-ee6a-45c5-9e16-a378804b6f23" providerId="ADAL" clId="{B240410E-2EEA-4DCA-9D14-1917C98A535E}" dt="2026-05-21T00:06:13.778" v="3466" actId="20577"/>
          <ac:spMkLst>
            <pc:docMk/>
            <pc:sldMk cId="1050654891" sldId="264"/>
            <ac:spMk id="22" creationId="{D982FADC-D70B-71B4-4AFD-75E03DC97BA4}"/>
          </ac:spMkLst>
        </pc:spChg>
        <pc:spChg chg="add mod">
          <ac:chgData name="Brenda Berenice Ledezma Montoya" userId="f4ed00c5-ee6a-45c5-9e16-a378804b6f23" providerId="ADAL" clId="{B240410E-2EEA-4DCA-9D14-1917C98A535E}" dt="2026-05-21T00:05:24.977" v="3376" actId="1076"/>
          <ac:spMkLst>
            <pc:docMk/>
            <pc:sldMk cId="1050654891" sldId="264"/>
            <ac:spMk id="23" creationId="{553FCC6E-6357-35E1-0F12-4BF3FC0CB268}"/>
          </ac:spMkLst>
        </pc:spChg>
        <pc:spChg chg="add mod">
          <ac:chgData name="Brenda Berenice Ledezma Montoya" userId="f4ed00c5-ee6a-45c5-9e16-a378804b6f23" providerId="ADAL" clId="{B240410E-2EEA-4DCA-9D14-1917C98A535E}" dt="2026-05-21T00:07:44.537" v="3863" actId="14100"/>
          <ac:spMkLst>
            <pc:docMk/>
            <pc:sldMk cId="1050654891" sldId="264"/>
            <ac:spMk id="24" creationId="{7BE21028-C323-BD48-792E-B8B9DE521487}"/>
          </ac:spMkLst>
        </pc:spChg>
        <pc:cxnChg chg="add mod">
          <ac:chgData name="Brenda Berenice Ledezma Montoya" userId="f4ed00c5-ee6a-45c5-9e16-a378804b6f23" providerId="ADAL" clId="{B240410E-2EEA-4DCA-9D14-1917C98A535E}" dt="2026-05-21T00:02:52.107" v="3203" actId="208"/>
          <ac:cxnSpMkLst>
            <pc:docMk/>
            <pc:sldMk cId="1050654891" sldId="264"/>
            <ac:cxnSpMk id="18" creationId="{1CCDC56D-FABA-CECC-CF82-08975DC7278F}"/>
          </ac:cxnSpMkLst>
        </pc:cxnChg>
        <pc:cxnChg chg="add mod">
          <ac:chgData name="Brenda Berenice Ledezma Montoya" userId="f4ed00c5-ee6a-45c5-9e16-a378804b6f23" providerId="ADAL" clId="{B240410E-2EEA-4DCA-9D14-1917C98A535E}" dt="2026-05-21T00:07:41.597" v="3862" actId="14100"/>
          <ac:cxnSpMkLst>
            <pc:docMk/>
            <pc:sldMk cId="1050654891" sldId="264"/>
            <ac:cxnSpMk id="25" creationId="{267275C6-79F7-4161-0C45-32B4C4E207F9}"/>
          </ac:cxnSpMkLst>
        </pc:cxnChg>
      </pc:sldChg>
      <pc:sldChg chg="addSp delSp modSp add mod">
        <pc:chgData name="Brenda Berenice Ledezma Montoya" userId="f4ed00c5-ee6a-45c5-9e16-a378804b6f23" providerId="ADAL" clId="{B240410E-2EEA-4DCA-9D14-1917C98A535E}" dt="2026-05-21T00:38:58.068" v="6539" actId="113"/>
        <pc:sldMkLst>
          <pc:docMk/>
          <pc:sldMk cId="2008846324" sldId="265"/>
        </pc:sldMkLst>
        <pc:spChg chg="mod">
          <ac:chgData name="Brenda Berenice Ledezma Montoya" userId="f4ed00c5-ee6a-45c5-9e16-a378804b6f23" providerId="ADAL" clId="{B240410E-2EEA-4DCA-9D14-1917C98A535E}" dt="2026-05-21T00:25:40.760" v="4752" actId="108"/>
          <ac:spMkLst>
            <pc:docMk/>
            <pc:sldMk cId="2008846324" sldId="265"/>
            <ac:spMk id="5" creationId="{BFCD76EC-D95B-09A1-EF9D-6DD247E00486}"/>
          </ac:spMkLst>
        </pc:spChg>
        <pc:spChg chg="mod">
          <ac:chgData name="Brenda Berenice Ledezma Montoya" userId="f4ed00c5-ee6a-45c5-9e16-a378804b6f23" providerId="ADAL" clId="{B240410E-2EEA-4DCA-9D14-1917C98A535E}" dt="2026-05-21T00:28:42.337" v="5181" actId="108"/>
          <ac:spMkLst>
            <pc:docMk/>
            <pc:sldMk cId="2008846324" sldId="265"/>
            <ac:spMk id="6" creationId="{AE736160-0AF3-FBB6-5CF8-2B0526406A0F}"/>
          </ac:spMkLst>
        </pc:spChg>
        <pc:spChg chg="mod">
          <ac:chgData name="Brenda Berenice Ledezma Montoya" userId="f4ed00c5-ee6a-45c5-9e16-a378804b6f23" providerId="ADAL" clId="{B240410E-2EEA-4DCA-9D14-1917C98A535E}" dt="2026-05-21T00:28:32.996" v="5179" actId="108"/>
          <ac:spMkLst>
            <pc:docMk/>
            <pc:sldMk cId="2008846324" sldId="265"/>
            <ac:spMk id="7" creationId="{78D195C3-24DF-0DC9-B26B-5354D47EF347}"/>
          </ac:spMkLst>
        </pc:spChg>
        <pc:spChg chg="mod">
          <ac:chgData name="Brenda Berenice Ledezma Montoya" userId="f4ed00c5-ee6a-45c5-9e16-a378804b6f23" providerId="ADAL" clId="{B240410E-2EEA-4DCA-9D14-1917C98A535E}" dt="2026-05-21T00:28:38.547" v="5180" actId="108"/>
          <ac:spMkLst>
            <pc:docMk/>
            <pc:sldMk cId="2008846324" sldId="265"/>
            <ac:spMk id="8" creationId="{AA4CA44A-99A4-8C35-E33D-80A9D68C8D59}"/>
          </ac:spMkLst>
        </pc:spChg>
        <pc:spChg chg="add del mod">
          <ac:chgData name="Brenda Berenice Ledezma Montoya" userId="f4ed00c5-ee6a-45c5-9e16-a378804b6f23" providerId="ADAL" clId="{B240410E-2EEA-4DCA-9D14-1917C98A535E}" dt="2026-05-21T00:33:04.023" v="5567" actId="21"/>
          <ac:spMkLst>
            <pc:docMk/>
            <pc:sldMk cId="2008846324" sldId="265"/>
            <ac:spMk id="13" creationId="{D4C32A05-9318-3BF6-8D63-8F9E25590AFD}"/>
          </ac:spMkLst>
        </pc:spChg>
        <pc:spChg chg="add mod">
          <ac:chgData name="Brenda Berenice Ledezma Montoya" userId="f4ed00c5-ee6a-45c5-9e16-a378804b6f23" providerId="ADAL" clId="{B240410E-2EEA-4DCA-9D14-1917C98A535E}" dt="2026-05-21T00:34:47.947" v="5971" actId="1076"/>
          <ac:spMkLst>
            <pc:docMk/>
            <pc:sldMk cId="2008846324" sldId="265"/>
            <ac:spMk id="17" creationId="{86513EBA-16E7-8F80-C7E7-2C359C0B95CB}"/>
          </ac:spMkLst>
        </pc:spChg>
        <pc:spChg chg="add mod">
          <ac:chgData name="Brenda Berenice Ledezma Montoya" userId="f4ed00c5-ee6a-45c5-9e16-a378804b6f23" providerId="ADAL" clId="{B240410E-2EEA-4DCA-9D14-1917C98A535E}" dt="2026-05-21T00:37:30.708" v="6477" actId="1076"/>
          <ac:spMkLst>
            <pc:docMk/>
            <pc:sldMk cId="2008846324" sldId="265"/>
            <ac:spMk id="18" creationId="{BE1308F2-01A1-A0EF-8E88-195AAD08A73E}"/>
          </ac:spMkLst>
        </pc:spChg>
        <pc:spChg chg="add mod">
          <ac:chgData name="Brenda Berenice Ledezma Montoya" userId="f4ed00c5-ee6a-45c5-9e16-a378804b6f23" providerId="ADAL" clId="{B240410E-2EEA-4DCA-9D14-1917C98A535E}" dt="2026-05-21T00:38:58.068" v="6539" actId="113"/>
          <ac:spMkLst>
            <pc:docMk/>
            <pc:sldMk cId="2008846324" sldId="265"/>
            <ac:spMk id="21" creationId="{6DE9140E-931F-65B1-AD9A-CAC18A22C113}"/>
          </ac:spMkLst>
        </pc:spChg>
        <pc:picChg chg="add mod">
          <ac:chgData name="Brenda Berenice Ledezma Montoya" userId="f4ed00c5-ee6a-45c5-9e16-a378804b6f23" providerId="ADAL" clId="{B240410E-2EEA-4DCA-9D14-1917C98A535E}" dt="2026-05-21T00:32:23.183" v="5554" actId="1076"/>
          <ac:picMkLst>
            <pc:docMk/>
            <pc:sldMk cId="2008846324" sldId="265"/>
            <ac:picMk id="3" creationId="{A03978ED-3C66-ABD9-9894-6FE38557385C}"/>
          </ac:picMkLst>
        </pc:picChg>
        <pc:picChg chg="del">
          <ac:chgData name="Brenda Berenice Ledezma Montoya" userId="f4ed00c5-ee6a-45c5-9e16-a378804b6f23" providerId="ADAL" clId="{B240410E-2EEA-4DCA-9D14-1917C98A535E}" dt="2026-05-21T00:25:45.715" v="4753" actId="478"/>
          <ac:picMkLst>
            <pc:docMk/>
            <pc:sldMk cId="2008846324" sldId="265"/>
            <ac:picMk id="12" creationId="{BB22B495-CCF4-30B7-412D-F90FA4DB3FBD}"/>
          </ac:picMkLst>
        </pc:picChg>
        <pc:picChg chg="add mod">
          <ac:chgData name="Brenda Berenice Ledezma Montoya" userId="f4ed00c5-ee6a-45c5-9e16-a378804b6f23" providerId="ADAL" clId="{B240410E-2EEA-4DCA-9D14-1917C98A535E}" dt="2026-05-21T00:33:10.389" v="5571" actId="1076"/>
          <ac:picMkLst>
            <pc:docMk/>
            <pc:sldMk cId="2008846324" sldId="265"/>
            <ac:picMk id="14" creationId="{F30E7B97-2473-5898-6A93-EBA7D9B02C48}"/>
          </ac:picMkLst>
        </pc:picChg>
        <pc:picChg chg="add del mod">
          <ac:chgData name="Brenda Berenice Ledezma Montoya" userId="f4ed00c5-ee6a-45c5-9e16-a378804b6f23" providerId="ADAL" clId="{B240410E-2EEA-4DCA-9D14-1917C98A535E}" dt="2026-05-21T00:26:04.170" v="4757" actId="21"/>
          <ac:picMkLst>
            <pc:docMk/>
            <pc:sldMk cId="2008846324" sldId="265"/>
            <ac:picMk id="15" creationId="{FD3A19D6-E356-1C40-0DA5-A268AE558ECB}"/>
          </ac:picMkLst>
        </pc:picChg>
        <pc:picChg chg="add mod">
          <ac:chgData name="Brenda Berenice Ledezma Montoya" userId="f4ed00c5-ee6a-45c5-9e16-a378804b6f23" providerId="ADAL" clId="{B240410E-2EEA-4DCA-9D14-1917C98A535E}" dt="2026-05-21T00:33:12.972" v="5572" actId="1076"/>
          <ac:picMkLst>
            <pc:docMk/>
            <pc:sldMk cId="2008846324" sldId="265"/>
            <ac:picMk id="16" creationId="{54D6A150-373D-F743-BE2C-23440FF15BAF}"/>
          </ac:picMkLst>
        </pc:picChg>
        <pc:cxnChg chg="add mod">
          <ac:chgData name="Brenda Berenice Ledezma Montoya" userId="f4ed00c5-ee6a-45c5-9e16-a378804b6f23" providerId="ADAL" clId="{B240410E-2EEA-4DCA-9D14-1917C98A535E}" dt="2026-05-21T00:37:35.242" v="6478" actId="14100"/>
          <ac:cxnSpMkLst>
            <pc:docMk/>
            <pc:sldMk cId="2008846324" sldId="265"/>
            <ac:cxnSpMk id="20" creationId="{1FEEC9A5-1B63-1219-719A-8929DE823ADD}"/>
          </ac:cxnSpMkLst>
        </pc:cxnChg>
      </pc:sldChg>
      <pc:sldChg chg="addSp delSp modSp add mod">
        <pc:chgData name="Brenda Berenice Ledezma Montoya" userId="f4ed00c5-ee6a-45c5-9e16-a378804b6f23" providerId="ADAL" clId="{B240410E-2EEA-4DCA-9D14-1917C98A535E}" dt="2026-05-21T00:49:12.906" v="7354" actId="14100"/>
        <pc:sldMkLst>
          <pc:docMk/>
          <pc:sldMk cId="2152956107" sldId="266"/>
        </pc:sldMkLst>
        <pc:spChg chg="mod">
          <ac:chgData name="Brenda Berenice Ledezma Montoya" userId="f4ed00c5-ee6a-45c5-9e16-a378804b6f23" providerId="ADAL" clId="{B240410E-2EEA-4DCA-9D14-1917C98A535E}" dt="2026-05-21T00:43:56.123" v="6832" actId="108"/>
          <ac:spMkLst>
            <pc:docMk/>
            <pc:sldMk cId="2152956107" sldId="266"/>
            <ac:spMk id="7" creationId="{A230065E-8AB5-E151-4166-BE471D06958F}"/>
          </ac:spMkLst>
        </pc:spChg>
        <pc:spChg chg="mod">
          <ac:chgData name="Brenda Berenice Ledezma Montoya" userId="f4ed00c5-ee6a-45c5-9e16-a378804b6f23" providerId="ADAL" clId="{B240410E-2EEA-4DCA-9D14-1917C98A535E}" dt="2026-05-21T00:43:58.166" v="6833" actId="108"/>
          <ac:spMkLst>
            <pc:docMk/>
            <pc:sldMk cId="2152956107" sldId="266"/>
            <ac:spMk id="8" creationId="{93C0BAD8-6A2E-FAAD-C154-8A3958D5C6B3}"/>
          </ac:spMkLst>
        </pc:spChg>
        <pc:spChg chg="mod">
          <ac:chgData name="Brenda Berenice Ledezma Montoya" userId="f4ed00c5-ee6a-45c5-9e16-a378804b6f23" providerId="ADAL" clId="{B240410E-2EEA-4DCA-9D14-1917C98A535E}" dt="2026-05-21T00:40:06.886" v="6556" actId="108"/>
          <ac:spMkLst>
            <pc:docMk/>
            <pc:sldMk cId="2152956107" sldId="266"/>
            <ac:spMk id="9" creationId="{08F8E624-7BC9-EB9C-DDD5-D819AF96524D}"/>
          </ac:spMkLst>
        </pc:spChg>
        <pc:spChg chg="mod">
          <ac:chgData name="Brenda Berenice Ledezma Montoya" userId="f4ed00c5-ee6a-45c5-9e16-a378804b6f23" providerId="ADAL" clId="{B240410E-2EEA-4DCA-9D14-1917C98A535E}" dt="2026-05-21T00:44:00.188" v="6834" actId="108"/>
          <ac:spMkLst>
            <pc:docMk/>
            <pc:sldMk cId="2152956107" sldId="266"/>
            <ac:spMk id="10" creationId="{0260BA0D-7EBD-F2A9-8BE5-CD49CA59DD28}"/>
          </ac:spMkLst>
        </pc:spChg>
        <pc:spChg chg="add mod">
          <ac:chgData name="Brenda Berenice Ledezma Montoya" userId="f4ed00c5-ee6a-45c5-9e16-a378804b6f23" providerId="ADAL" clId="{B240410E-2EEA-4DCA-9D14-1917C98A535E}" dt="2026-05-21T00:41:16.196" v="6821" actId="20577"/>
          <ac:spMkLst>
            <pc:docMk/>
            <pc:sldMk cId="2152956107" sldId="266"/>
            <ac:spMk id="12" creationId="{C5B4D344-1480-8890-C3EE-5CB40769F495}"/>
          </ac:spMkLst>
        </pc:spChg>
        <pc:spChg chg="del">
          <ac:chgData name="Brenda Berenice Ledezma Montoya" userId="f4ed00c5-ee6a-45c5-9e16-a378804b6f23" providerId="ADAL" clId="{B240410E-2EEA-4DCA-9D14-1917C98A535E}" dt="2026-05-21T00:39:36.428" v="6549" actId="478"/>
          <ac:spMkLst>
            <pc:docMk/>
            <pc:sldMk cId="2152956107" sldId="266"/>
            <ac:spMk id="13" creationId="{62C2C2DC-B9E5-57EA-B14A-EF295D3B95F2}"/>
          </ac:spMkLst>
        </pc:spChg>
        <pc:spChg chg="mod">
          <ac:chgData name="Brenda Berenice Ledezma Montoya" userId="f4ed00c5-ee6a-45c5-9e16-a378804b6f23" providerId="ADAL" clId="{B240410E-2EEA-4DCA-9D14-1917C98A535E}" dt="2026-05-21T00:49:12.906" v="7354" actId="14100"/>
          <ac:spMkLst>
            <pc:docMk/>
            <pc:sldMk cId="2152956107" sldId="266"/>
            <ac:spMk id="17" creationId="{7A64D978-A92E-C7B9-40D7-91F68806E607}"/>
          </ac:spMkLst>
        </pc:spChg>
        <pc:spChg chg="del">
          <ac:chgData name="Brenda Berenice Ledezma Montoya" userId="f4ed00c5-ee6a-45c5-9e16-a378804b6f23" providerId="ADAL" clId="{B240410E-2EEA-4DCA-9D14-1917C98A535E}" dt="2026-05-21T00:39:38.156" v="6550" actId="478"/>
          <ac:spMkLst>
            <pc:docMk/>
            <pc:sldMk cId="2152956107" sldId="266"/>
            <ac:spMk id="18" creationId="{930A197E-E471-09AC-EB3A-D15E48DFB8EB}"/>
          </ac:spMkLst>
        </pc:spChg>
        <pc:spChg chg="del">
          <ac:chgData name="Brenda Berenice Ledezma Montoya" userId="f4ed00c5-ee6a-45c5-9e16-a378804b6f23" providerId="ADAL" clId="{B240410E-2EEA-4DCA-9D14-1917C98A535E}" dt="2026-05-21T00:41:21.956" v="6822" actId="478"/>
          <ac:spMkLst>
            <pc:docMk/>
            <pc:sldMk cId="2152956107" sldId="266"/>
            <ac:spMk id="21" creationId="{188B6E49-03AD-FBA9-36E6-1424B1EEFD03}"/>
          </ac:spMkLst>
        </pc:spChg>
        <pc:picChg chg="add mod">
          <ac:chgData name="Brenda Berenice Ledezma Montoya" userId="f4ed00c5-ee6a-45c5-9e16-a378804b6f23" providerId="ADAL" clId="{B240410E-2EEA-4DCA-9D14-1917C98A535E}" dt="2026-05-21T00:39:55.118" v="6554" actId="1076"/>
          <ac:picMkLst>
            <pc:docMk/>
            <pc:sldMk cId="2152956107" sldId="266"/>
            <ac:picMk id="2" creationId="{6BD18CCD-A19A-0FB8-47BA-A5AC1836C5B8}"/>
          </ac:picMkLst>
        </pc:picChg>
        <pc:picChg chg="del">
          <ac:chgData name="Brenda Berenice Ledezma Montoya" userId="f4ed00c5-ee6a-45c5-9e16-a378804b6f23" providerId="ADAL" clId="{B240410E-2EEA-4DCA-9D14-1917C98A535E}" dt="2026-05-21T00:39:33.719" v="6546" actId="478"/>
          <ac:picMkLst>
            <pc:docMk/>
            <pc:sldMk cId="2152956107" sldId="266"/>
            <ac:picMk id="3" creationId="{DDFFA37B-5325-D57C-BDA8-CF0EA23272EC}"/>
          </ac:picMkLst>
        </pc:picChg>
        <pc:picChg chg="del">
          <ac:chgData name="Brenda Berenice Ledezma Montoya" userId="f4ed00c5-ee6a-45c5-9e16-a378804b6f23" providerId="ADAL" clId="{B240410E-2EEA-4DCA-9D14-1917C98A535E}" dt="2026-05-21T00:39:34.418" v="6547" actId="478"/>
          <ac:picMkLst>
            <pc:docMk/>
            <pc:sldMk cId="2152956107" sldId="266"/>
            <ac:picMk id="14" creationId="{7116FDE2-1B96-6532-0E82-84BAABD0ED95}"/>
          </ac:picMkLst>
        </pc:picChg>
        <pc:picChg chg="del">
          <ac:chgData name="Brenda Berenice Ledezma Montoya" userId="f4ed00c5-ee6a-45c5-9e16-a378804b6f23" providerId="ADAL" clId="{B240410E-2EEA-4DCA-9D14-1917C98A535E}" dt="2026-05-21T00:39:34.961" v="6548" actId="478"/>
          <ac:picMkLst>
            <pc:docMk/>
            <pc:sldMk cId="2152956107" sldId="266"/>
            <ac:picMk id="16" creationId="{07EAF449-B5DC-BA4C-FDAA-042C5AE63F9F}"/>
          </ac:picMkLst>
        </pc:picChg>
        <pc:picChg chg="add mod">
          <ac:chgData name="Brenda Berenice Ledezma Montoya" userId="f4ed00c5-ee6a-45c5-9e16-a378804b6f23" providerId="ADAL" clId="{B240410E-2EEA-4DCA-9D14-1917C98A535E}" dt="2026-05-21T00:48:27.951" v="7163" actId="14100"/>
          <ac:picMkLst>
            <pc:docMk/>
            <pc:sldMk cId="2152956107" sldId="266"/>
            <ac:picMk id="19" creationId="{68026318-6D5F-59C2-6961-58125D401461}"/>
          </ac:picMkLst>
        </pc:picChg>
        <pc:picChg chg="add mod">
          <ac:chgData name="Brenda Berenice Ledezma Montoya" userId="f4ed00c5-ee6a-45c5-9e16-a378804b6f23" providerId="ADAL" clId="{B240410E-2EEA-4DCA-9D14-1917C98A535E}" dt="2026-05-21T00:48:25.779" v="7162" actId="1076"/>
          <ac:picMkLst>
            <pc:docMk/>
            <pc:sldMk cId="2152956107" sldId="266"/>
            <ac:picMk id="22" creationId="{51261C6F-09EF-7F61-5A24-3E400E3C76D0}"/>
          </ac:picMkLst>
        </pc:picChg>
        <pc:cxnChg chg="del">
          <ac:chgData name="Brenda Berenice Ledezma Montoya" userId="f4ed00c5-ee6a-45c5-9e16-a378804b6f23" providerId="ADAL" clId="{B240410E-2EEA-4DCA-9D14-1917C98A535E}" dt="2026-05-21T00:39:38.637" v="6551" actId="478"/>
          <ac:cxnSpMkLst>
            <pc:docMk/>
            <pc:sldMk cId="2152956107" sldId="266"/>
            <ac:cxnSpMk id="20" creationId="{F7A1C701-891E-116F-58C9-188AD76AC1C8}"/>
          </ac:cxnSpMkLst>
        </pc:cxnChg>
      </pc:sldChg>
      <pc:sldChg chg="addSp delSp modSp add mod">
        <pc:chgData name="Brenda Berenice Ledezma Montoya" userId="f4ed00c5-ee6a-45c5-9e16-a378804b6f23" providerId="ADAL" clId="{B240410E-2EEA-4DCA-9D14-1917C98A535E}" dt="2026-05-21T00:47:45.689" v="7154" actId="113"/>
        <pc:sldMkLst>
          <pc:docMk/>
          <pc:sldMk cId="4232629786" sldId="267"/>
        </pc:sldMkLst>
        <pc:spChg chg="mod">
          <ac:chgData name="Brenda Berenice Ledezma Montoya" userId="f4ed00c5-ee6a-45c5-9e16-a378804b6f23" providerId="ADAL" clId="{B240410E-2EEA-4DCA-9D14-1917C98A535E}" dt="2026-05-21T00:44:51.107" v="7009" actId="108"/>
          <ac:spMkLst>
            <pc:docMk/>
            <pc:sldMk cId="4232629786" sldId="267"/>
            <ac:spMk id="9" creationId="{C8D27DD4-B9B3-955C-9F28-D26B18028670}"/>
          </ac:spMkLst>
        </pc:spChg>
        <pc:spChg chg="mod">
          <ac:chgData name="Brenda Berenice Ledezma Montoya" userId="f4ed00c5-ee6a-45c5-9e16-a378804b6f23" providerId="ADAL" clId="{B240410E-2EEA-4DCA-9D14-1917C98A535E}" dt="2026-05-21T00:44:47.919" v="7008" actId="108"/>
          <ac:spMkLst>
            <pc:docMk/>
            <pc:sldMk cId="4232629786" sldId="267"/>
            <ac:spMk id="10" creationId="{DC2168DA-BC2B-F4C8-C488-573CED0CEB62}"/>
          </ac:spMkLst>
        </pc:spChg>
        <pc:spChg chg="mod">
          <ac:chgData name="Brenda Berenice Ledezma Montoya" userId="f4ed00c5-ee6a-45c5-9e16-a378804b6f23" providerId="ADAL" clId="{B240410E-2EEA-4DCA-9D14-1917C98A535E}" dt="2026-05-21T00:44:38.156" v="7004" actId="20577"/>
          <ac:spMkLst>
            <pc:docMk/>
            <pc:sldMk cId="4232629786" sldId="267"/>
            <ac:spMk id="12" creationId="{4A8621EF-36DE-3E32-8D94-86808BA59895}"/>
          </ac:spMkLst>
        </pc:spChg>
        <pc:spChg chg="add mod">
          <ac:chgData name="Brenda Berenice Ledezma Montoya" userId="f4ed00c5-ee6a-45c5-9e16-a378804b6f23" providerId="ADAL" clId="{B240410E-2EEA-4DCA-9D14-1917C98A535E}" dt="2026-05-21T00:47:45.689" v="7154" actId="113"/>
          <ac:spMkLst>
            <pc:docMk/>
            <pc:sldMk cId="4232629786" sldId="267"/>
            <ac:spMk id="15" creationId="{4591ADA4-A62E-24C8-2F84-C496F580586C}"/>
          </ac:spMkLst>
        </pc:spChg>
        <pc:spChg chg="del">
          <ac:chgData name="Brenda Berenice Ledezma Montoya" userId="f4ed00c5-ee6a-45c5-9e16-a378804b6f23" providerId="ADAL" clId="{B240410E-2EEA-4DCA-9D14-1917C98A535E}" dt="2026-05-21T00:44:52.965" v="7010" actId="478"/>
          <ac:spMkLst>
            <pc:docMk/>
            <pc:sldMk cId="4232629786" sldId="267"/>
            <ac:spMk id="17" creationId="{CC51486A-C7F2-FDF9-7EAB-5D5A7344627D}"/>
          </ac:spMkLst>
        </pc:spChg>
        <pc:picChg chg="del mod">
          <ac:chgData name="Brenda Berenice Ledezma Montoya" userId="f4ed00c5-ee6a-45c5-9e16-a378804b6f23" providerId="ADAL" clId="{B240410E-2EEA-4DCA-9D14-1917C98A535E}" dt="2026-05-21T00:44:40.906" v="7006" actId="478"/>
          <ac:picMkLst>
            <pc:docMk/>
            <pc:sldMk cId="4232629786" sldId="267"/>
            <ac:picMk id="2" creationId="{351F2B66-A3AC-7A36-1328-6D25B20D3066}"/>
          </ac:picMkLst>
        </pc:picChg>
        <pc:picChg chg="add mod">
          <ac:chgData name="Brenda Berenice Ledezma Montoya" userId="f4ed00c5-ee6a-45c5-9e16-a378804b6f23" providerId="ADAL" clId="{B240410E-2EEA-4DCA-9D14-1917C98A535E}" dt="2026-05-21T00:45:56.786" v="7017" actId="1076"/>
          <ac:picMkLst>
            <pc:docMk/>
            <pc:sldMk cId="4232629786" sldId="267"/>
            <ac:picMk id="3" creationId="{81D7A890-1ADA-6BE2-4BE4-1564BD4D20ED}"/>
          </ac:picMkLst>
        </pc:picChg>
        <pc:picChg chg="add mod">
          <ac:chgData name="Brenda Berenice Ledezma Montoya" userId="f4ed00c5-ee6a-45c5-9e16-a378804b6f23" providerId="ADAL" clId="{B240410E-2EEA-4DCA-9D14-1917C98A535E}" dt="2026-05-21T00:47:03.301" v="7022" actId="1076"/>
          <ac:picMkLst>
            <pc:docMk/>
            <pc:sldMk cId="4232629786" sldId="267"/>
            <ac:picMk id="14" creationId="{02C5A36F-4BB6-BE15-402D-5AD556FD5A25}"/>
          </ac:picMkLst>
        </pc:picChg>
        <pc:picChg chg="del">
          <ac:chgData name="Brenda Berenice Ledezma Montoya" userId="f4ed00c5-ee6a-45c5-9e16-a378804b6f23" providerId="ADAL" clId="{B240410E-2EEA-4DCA-9D14-1917C98A535E}" dt="2026-05-21T00:44:44.296" v="7007" actId="478"/>
          <ac:picMkLst>
            <pc:docMk/>
            <pc:sldMk cId="4232629786" sldId="267"/>
            <ac:picMk id="19" creationId="{310566FA-7545-0A7D-7E05-392FF1D6C10E}"/>
          </ac:picMkLst>
        </pc:picChg>
      </pc:sldChg>
      <pc:sldChg chg="addSp delSp modSp add mod">
        <pc:chgData name="Brenda Berenice Ledezma Montoya" userId="f4ed00c5-ee6a-45c5-9e16-a378804b6f23" providerId="ADAL" clId="{B240410E-2EEA-4DCA-9D14-1917C98A535E}" dt="2026-05-21T00:54:43.686" v="8229" actId="14100"/>
        <pc:sldMkLst>
          <pc:docMk/>
          <pc:sldMk cId="913017282" sldId="268"/>
        </pc:sldMkLst>
        <pc:spChg chg="mod">
          <ac:chgData name="Brenda Berenice Ledezma Montoya" userId="f4ed00c5-ee6a-45c5-9e16-a378804b6f23" providerId="ADAL" clId="{B240410E-2EEA-4DCA-9D14-1917C98A535E}" dt="2026-05-21T00:49:58.452" v="7361" actId="108"/>
          <ac:spMkLst>
            <pc:docMk/>
            <pc:sldMk cId="913017282" sldId="268"/>
            <ac:spMk id="10" creationId="{2DC2FDAF-DCD4-DBD6-12AB-9262A7E47927}"/>
          </ac:spMkLst>
        </pc:spChg>
        <pc:spChg chg="mod">
          <ac:chgData name="Brenda Berenice Ledezma Montoya" userId="f4ed00c5-ee6a-45c5-9e16-a378804b6f23" providerId="ADAL" clId="{B240410E-2EEA-4DCA-9D14-1917C98A535E}" dt="2026-05-21T00:49:54.731" v="7360" actId="108"/>
          <ac:spMkLst>
            <pc:docMk/>
            <pc:sldMk cId="913017282" sldId="268"/>
            <ac:spMk id="11" creationId="{02F8EB49-1B6C-2AF6-2C67-9D1530B2B9F8}"/>
          </ac:spMkLst>
        </pc:spChg>
        <pc:spChg chg="mod">
          <ac:chgData name="Brenda Berenice Ledezma Montoya" userId="f4ed00c5-ee6a-45c5-9e16-a378804b6f23" providerId="ADAL" clId="{B240410E-2EEA-4DCA-9D14-1917C98A535E}" dt="2026-05-21T00:51:47.846" v="7620" actId="1076"/>
          <ac:spMkLst>
            <pc:docMk/>
            <pc:sldMk cId="913017282" sldId="268"/>
            <ac:spMk id="12" creationId="{98B73907-BDD6-7408-8AF1-02F5059C0D09}"/>
          </ac:spMkLst>
        </pc:spChg>
        <pc:spChg chg="del">
          <ac:chgData name="Brenda Berenice Ledezma Montoya" userId="f4ed00c5-ee6a-45c5-9e16-a378804b6f23" providerId="ADAL" clId="{B240410E-2EEA-4DCA-9D14-1917C98A535E}" dt="2026-05-21T00:50:10.786" v="7399" actId="478"/>
          <ac:spMkLst>
            <pc:docMk/>
            <pc:sldMk cId="913017282" sldId="268"/>
            <ac:spMk id="15" creationId="{E46BF057-F827-51C1-9A7A-303CC0AABD3B}"/>
          </ac:spMkLst>
        </pc:spChg>
        <pc:spChg chg="add mod">
          <ac:chgData name="Brenda Berenice Ledezma Montoya" userId="f4ed00c5-ee6a-45c5-9e16-a378804b6f23" providerId="ADAL" clId="{B240410E-2EEA-4DCA-9D14-1917C98A535E}" dt="2026-05-21T00:54:43.686" v="8229" actId="14100"/>
          <ac:spMkLst>
            <pc:docMk/>
            <pc:sldMk cId="913017282" sldId="268"/>
            <ac:spMk id="16" creationId="{04313E33-12C9-1904-478D-A83728594D7F}"/>
          </ac:spMkLst>
        </pc:spChg>
        <pc:picChg chg="del">
          <ac:chgData name="Brenda Berenice Ledezma Montoya" userId="f4ed00c5-ee6a-45c5-9e16-a378804b6f23" providerId="ADAL" clId="{B240410E-2EEA-4DCA-9D14-1917C98A535E}" dt="2026-05-21T00:50:09.626" v="7398" actId="478"/>
          <ac:picMkLst>
            <pc:docMk/>
            <pc:sldMk cId="913017282" sldId="268"/>
            <ac:picMk id="3" creationId="{A4872EA5-216C-1683-1057-AACB2D6B5DA0}"/>
          </ac:picMkLst>
        </pc:picChg>
        <pc:picChg chg="add mod">
          <ac:chgData name="Brenda Berenice Ledezma Montoya" userId="f4ed00c5-ee6a-45c5-9e16-a378804b6f23" providerId="ADAL" clId="{B240410E-2EEA-4DCA-9D14-1917C98A535E}" dt="2026-05-21T00:53:49.979" v="8115" actId="1076"/>
          <ac:picMkLst>
            <pc:docMk/>
            <pc:sldMk cId="913017282" sldId="268"/>
            <ac:picMk id="13" creationId="{CB01AF8D-28E6-4947-2EEC-C1703F367F18}"/>
          </ac:picMkLst>
        </pc:picChg>
        <pc:picChg chg="del">
          <ac:chgData name="Brenda Berenice Ledezma Montoya" userId="f4ed00c5-ee6a-45c5-9e16-a378804b6f23" providerId="ADAL" clId="{B240410E-2EEA-4DCA-9D14-1917C98A535E}" dt="2026-05-21T00:50:09.084" v="7397" actId="478"/>
          <ac:picMkLst>
            <pc:docMk/>
            <pc:sldMk cId="913017282" sldId="268"/>
            <ac:picMk id="14" creationId="{5FA667DB-1CF5-F47F-CEF2-8EC8DC9581D7}"/>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393A17-57C2-7E6A-324D-F133FDCE368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334B45BF-AFE1-B9FB-D7BD-4EA874C234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A6D77AA2-D33D-F737-4893-A715A4CB246D}"/>
              </a:ext>
            </a:extLst>
          </p:cNvPr>
          <p:cNvSpPr>
            <a:spLocks noGrp="1"/>
          </p:cNvSpPr>
          <p:nvPr>
            <p:ph type="dt" sz="half" idx="10"/>
          </p:nvPr>
        </p:nvSpPr>
        <p:spPr/>
        <p:txBody>
          <a:bodyPr/>
          <a:lstStyle/>
          <a:p>
            <a:fld id="{395ED9D5-A3D7-4D63-B14E-7242428ABCBA}" type="datetimeFigureOut">
              <a:rPr lang="es-MX" smtClean="0"/>
              <a:t>20/05/2026</a:t>
            </a:fld>
            <a:endParaRPr lang="es-MX"/>
          </a:p>
        </p:txBody>
      </p:sp>
      <p:sp>
        <p:nvSpPr>
          <p:cNvPr id="5" name="Marcador de pie de página 4">
            <a:extLst>
              <a:ext uri="{FF2B5EF4-FFF2-40B4-BE49-F238E27FC236}">
                <a16:creationId xmlns:a16="http://schemas.microsoft.com/office/drawing/2014/main" id="{3720B34F-3B96-0BCF-150B-A60C169DA25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54BF743-D64B-2659-5F59-BA184197D73C}"/>
              </a:ext>
            </a:extLst>
          </p:cNvPr>
          <p:cNvSpPr>
            <a:spLocks noGrp="1"/>
          </p:cNvSpPr>
          <p:nvPr>
            <p:ph type="sldNum" sz="quarter" idx="12"/>
          </p:nvPr>
        </p:nvSpPr>
        <p:spPr/>
        <p:txBody>
          <a:bodyPr/>
          <a:lstStyle/>
          <a:p>
            <a:fld id="{4622852B-D8EC-4A2F-B562-817FDF40732D}" type="slidenum">
              <a:rPr lang="es-MX" smtClean="0"/>
              <a:t>‹Nº›</a:t>
            </a:fld>
            <a:endParaRPr lang="es-MX"/>
          </a:p>
        </p:txBody>
      </p:sp>
    </p:spTree>
    <p:extLst>
      <p:ext uri="{BB962C8B-B14F-4D97-AF65-F5344CB8AC3E}">
        <p14:creationId xmlns:p14="http://schemas.microsoft.com/office/powerpoint/2010/main" val="2923550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DAC579-99DD-A086-C699-616F874D43E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5F3789F-FAD8-3847-CFAF-0388F365DCA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9A3F6EC-398F-7810-41F2-740576A25C51}"/>
              </a:ext>
            </a:extLst>
          </p:cNvPr>
          <p:cNvSpPr>
            <a:spLocks noGrp="1"/>
          </p:cNvSpPr>
          <p:nvPr>
            <p:ph type="dt" sz="half" idx="10"/>
          </p:nvPr>
        </p:nvSpPr>
        <p:spPr/>
        <p:txBody>
          <a:bodyPr/>
          <a:lstStyle/>
          <a:p>
            <a:fld id="{395ED9D5-A3D7-4D63-B14E-7242428ABCBA}" type="datetimeFigureOut">
              <a:rPr lang="es-MX" smtClean="0"/>
              <a:t>20/05/2026</a:t>
            </a:fld>
            <a:endParaRPr lang="es-MX"/>
          </a:p>
        </p:txBody>
      </p:sp>
      <p:sp>
        <p:nvSpPr>
          <p:cNvPr id="5" name="Marcador de pie de página 4">
            <a:extLst>
              <a:ext uri="{FF2B5EF4-FFF2-40B4-BE49-F238E27FC236}">
                <a16:creationId xmlns:a16="http://schemas.microsoft.com/office/drawing/2014/main" id="{080444CE-A856-3793-55A9-331E6E6D412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8708321-9A7B-52A9-3945-0D86BC057C6C}"/>
              </a:ext>
            </a:extLst>
          </p:cNvPr>
          <p:cNvSpPr>
            <a:spLocks noGrp="1"/>
          </p:cNvSpPr>
          <p:nvPr>
            <p:ph type="sldNum" sz="quarter" idx="12"/>
          </p:nvPr>
        </p:nvSpPr>
        <p:spPr/>
        <p:txBody>
          <a:bodyPr/>
          <a:lstStyle/>
          <a:p>
            <a:fld id="{4622852B-D8EC-4A2F-B562-817FDF40732D}" type="slidenum">
              <a:rPr lang="es-MX" smtClean="0"/>
              <a:t>‹Nº›</a:t>
            </a:fld>
            <a:endParaRPr lang="es-MX"/>
          </a:p>
        </p:txBody>
      </p:sp>
    </p:spTree>
    <p:extLst>
      <p:ext uri="{BB962C8B-B14F-4D97-AF65-F5344CB8AC3E}">
        <p14:creationId xmlns:p14="http://schemas.microsoft.com/office/powerpoint/2010/main" val="2631464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0E38A4-9D8F-57ED-D74C-988CA937479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B937B5B-19F6-0362-FD5C-559A132D54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6B30E44-B4CD-CBBC-DFF9-F1F5B2275BC1}"/>
              </a:ext>
            </a:extLst>
          </p:cNvPr>
          <p:cNvSpPr>
            <a:spLocks noGrp="1"/>
          </p:cNvSpPr>
          <p:nvPr>
            <p:ph type="dt" sz="half" idx="10"/>
          </p:nvPr>
        </p:nvSpPr>
        <p:spPr/>
        <p:txBody>
          <a:bodyPr/>
          <a:lstStyle/>
          <a:p>
            <a:fld id="{395ED9D5-A3D7-4D63-B14E-7242428ABCBA}" type="datetimeFigureOut">
              <a:rPr lang="es-MX" smtClean="0"/>
              <a:t>20/05/2026</a:t>
            </a:fld>
            <a:endParaRPr lang="es-MX"/>
          </a:p>
        </p:txBody>
      </p:sp>
      <p:sp>
        <p:nvSpPr>
          <p:cNvPr id="5" name="Marcador de pie de página 4">
            <a:extLst>
              <a:ext uri="{FF2B5EF4-FFF2-40B4-BE49-F238E27FC236}">
                <a16:creationId xmlns:a16="http://schemas.microsoft.com/office/drawing/2014/main" id="{2A3F9F3B-8D69-A5A9-7B38-D329DB27D5A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2139823-AA6C-9632-D228-C8F06EE1E298}"/>
              </a:ext>
            </a:extLst>
          </p:cNvPr>
          <p:cNvSpPr>
            <a:spLocks noGrp="1"/>
          </p:cNvSpPr>
          <p:nvPr>
            <p:ph type="sldNum" sz="quarter" idx="12"/>
          </p:nvPr>
        </p:nvSpPr>
        <p:spPr/>
        <p:txBody>
          <a:bodyPr/>
          <a:lstStyle/>
          <a:p>
            <a:fld id="{4622852B-D8EC-4A2F-B562-817FDF40732D}" type="slidenum">
              <a:rPr lang="es-MX" smtClean="0"/>
              <a:t>‹Nº›</a:t>
            </a:fld>
            <a:endParaRPr lang="es-MX"/>
          </a:p>
        </p:txBody>
      </p:sp>
    </p:spTree>
    <p:extLst>
      <p:ext uri="{BB962C8B-B14F-4D97-AF65-F5344CB8AC3E}">
        <p14:creationId xmlns:p14="http://schemas.microsoft.com/office/powerpoint/2010/main" val="39841575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DD014C-BEC7-2D0A-62D7-17BADE96285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298653D-2810-96DB-B96C-6B8D5A2D0EA6}"/>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9A3F042C-0017-EEAC-0D47-70788013A38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4DDE61E7-EA62-BF7F-3C11-1B98A47EDB79}"/>
              </a:ext>
            </a:extLst>
          </p:cNvPr>
          <p:cNvSpPr>
            <a:spLocks noGrp="1"/>
          </p:cNvSpPr>
          <p:nvPr>
            <p:ph type="dt" sz="half" idx="10"/>
          </p:nvPr>
        </p:nvSpPr>
        <p:spPr/>
        <p:txBody>
          <a:bodyPr/>
          <a:lstStyle/>
          <a:p>
            <a:fld id="{395ED9D5-A3D7-4D63-B14E-7242428ABCBA}" type="datetimeFigureOut">
              <a:rPr lang="es-MX" smtClean="0"/>
              <a:t>20/05/2026</a:t>
            </a:fld>
            <a:endParaRPr lang="es-MX"/>
          </a:p>
        </p:txBody>
      </p:sp>
      <p:sp>
        <p:nvSpPr>
          <p:cNvPr id="6" name="Marcador de pie de página 5">
            <a:extLst>
              <a:ext uri="{FF2B5EF4-FFF2-40B4-BE49-F238E27FC236}">
                <a16:creationId xmlns:a16="http://schemas.microsoft.com/office/drawing/2014/main" id="{1698AB61-8766-A4D0-016B-6038501BADB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3C7EA15-36E3-7123-E9E3-3E16003C42A1}"/>
              </a:ext>
            </a:extLst>
          </p:cNvPr>
          <p:cNvSpPr>
            <a:spLocks noGrp="1"/>
          </p:cNvSpPr>
          <p:nvPr>
            <p:ph type="sldNum" sz="quarter" idx="12"/>
          </p:nvPr>
        </p:nvSpPr>
        <p:spPr/>
        <p:txBody>
          <a:bodyPr/>
          <a:lstStyle/>
          <a:p>
            <a:fld id="{4622852B-D8EC-4A2F-B562-817FDF40732D}" type="slidenum">
              <a:rPr lang="es-MX" smtClean="0"/>
              <a:t>‹Nº›</a:t>
            </a:fld>
            <a:endParaRPr lang="es-MX"/>
          </a:p>
        </p:txBody>
      </p:sp>
    </p:spTree>
    <p:extLst>
      <p:ext uri="{BB962C8B-B14F-4D97-AF65-F5344CB8AC3E}">
        <p14:creationId xmlns:p14="http://schemas.microsoft.com/office/powerpoint/2010/main" val="3523367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B06146-C09D-6C11-1501-F426D4D3335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17A62A30-05E7-8CBA-940D-8EBEDB12F8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4DD74FF9-4D5D-6B36-980F-7598708C9F5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47B79F08-4F6A-84FF-DC52-1FE377CEC3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6D6DF8C-094A-C884-F389-7FE25569637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F934945E-049C-2ACF-2E18-CDF695678EC6}"/>
              </a:ext>
            </a:extLst>
          </p:cNvPr>
          <p:cNvSpPr>
            <a:spLocks noGrp="1"/>
          </p:cNvSpPr>
          <p:nvPr>
            <p:ph type="dt" sz="half" idx="10"/>
          </p:nvPr>
        </p:nvSpPr>
        <p:spPr/>
        <p:txBody>
          <a:bodyPr/>
          <a:lstStyle/>
          <a:p>
            <a:fld id="{395ED9D5-A3D7-4D63-B14E-7242428ABCBA}" type="datetimeFigureOut">
              <a:rPr lang="es-MX" smtClean="0"/>
              <a:t>20/05/2026</a:t>
            </a:fld>
            <a:endParaRPr lang="es-MX"/>
          </a:p>
        </p:txBody>
      </p:sp>
      <p:sp>
        <p:nvSpPr>
          <p:cNvPr id="8" name="Marcador de pie de página 7">
            <a:extLst>
              <a:ext uri="{FF2B5EF4-FFF2-40B4-BE49-F238E27FC236}">
                <a16:creationId xmlns:a16="http://schemas.microsoft.com/office/drawing/2014/main" id="{CA063CD1-0206-44F6-FA4D-2C25A8C45936}"/>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F36CA1A7-6406-1197-3542-E1F74DE771CE}"/>
              </a:ext>
            </a:extLst>
          </p:cNvPr>
          <p:cNvSpPr>
            <a:spLocks noGrp="1"/>
          </p:cNvSpPr>
          <p:nvPr>
            <p:ph type="sldNum" sz="quarter" idx="12"/>
          </p:nvPr>
        </p:nvSpPr>
        <p:spPr/>
        <p:txBody>
          <a:bodyPr/>
          <a:lstStyle/>
          <a:p>
            <a:fld id="{4622852B-D8EC-4A2F-B562-817FDF40732D}" type="slidenum">
              <a:rPr lang="es-MX" smtClean="0"/>
              <a:t>‹Nº›</a:t>
            </a:fld>
            <a:endParaRPr lang="es-MX"/>
          </a:p>
        </p:txBody>
      </p:sp>
    </p:spTree>
    <p:extLst>
      <p:ext uri="{BB962C8B-B14F-4D97-AF65-F5344CB8AC3E}">
        <p14:creationId xmlns:p14="http://schemas.microsoft.com/office/powerpoint/2010/main" val="271812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8506CA-7A22-C7A2-44A5-714017A03A6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A3CC1187-FBAA-252A-0EE1-A2D384E80D48}"/>
              </a:ext>
            </a:extLst>
          </p:cNvPr>
          <p:cNvSpPr>
            <a:spLocks noGrp="1"/>
          </p:cNvSpPr>
          <p:nvPr>
            <p:ph type="dt" sz="half" idx="10"/>
          </p:nvPr>
        </p:nvSpPr>
        <p:spPr/>
        <p:txBody>
          <a:bodyPr/>
          <a:lstStyle/>
          <a:p>
            <a:fld id="{395ED9D5-A3D7-4D63-B14E-7242428ABCBA}" type="datetimeFigureOut">
              <a:rPr lang="es-MX" smtClean="0"/>
              <a:t>20/05/2026</a:t>
            </a:fld>
            <a:endParaRPr lang="es-MX"/>
          </a:p>
        </p:txBody>
      </p:sp>
      <p:sp>
        <p:nvSpPr>
          <p:cNvPr id="4" name="Marcador de pie de página 3">
            <a:extLst>
              <a:ext uri="{FF2B5EF4-FFF2-40B4-BE49-F238E27FC236}">
                <a16:creationId xmlns:a16="http://schemas.microsoft.com/office/drawing/2014/main" id="{A9C7F9CE-7D6D-3961-3E89-D8909CB68870}"/>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830144BF-A29F-043A-FB43-96063EB7B822}"/>
              </a:ext>
            </a:extLst>
          </p:cNvPr>
          <p:cNvSpPr>
            <a:spLocks noGrp="1"/>
          </p:cNvSpPr>
          <p:nvPr>
            <p:ph type="sldNum" sz="quarter" idx="12"/>
          </p:nvPr>
        </p:nvSpPr>
        <p:spPr/>
        <p:txBody>
          <a:bodyPr/>
          <a:lstStyle/>
          <a:p>
            <a:fld id="{4622852B-D8EC-4A2F-B562-817FDF40732D}" type="slidenum">
              <a:rPr lang="es-MX" smtClean="0"/>
              <a:t>‹Nº›</a:t>
            </a:fld>
            <a:endParaRPr lang="es-MX"/>
          </a:p>
        </p:txBody>
      </p:sp>
    </p:spTree>
    <p:extLst>
      <p:ext uri="{BB962C8B-B14F-4D97-AF65-F5344CB8AC3E}">
        <p14:creationId xmlns:p14="http://schemas.microsoft.com/office/powerpoint/2010/main" val="37740274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6FD20E3-D549-CF8D-2F03-713A72AD4C83}"/>
              </a:ext>
            </a:extLst>
          </p:cNvPr>
          <p:cNvSpPr>
            <a:spLocks noGrp="1"/>
          </p:cNvSpPr>
          <p:nvPr>
            <p:ph type="dt" sz="half" idx="10"/>
          </p:nvPr>
        </p:nvSpPr>
        <p:spPr/>
        <p:txBody>
          <a:bodyPr/>
          <a:lstStyle/>
          <a:p>
            <a:fld id="{395ED9D5-A3D7-4D63-B14E-7242428ABCBA}" type="datetimeFigureOut">
              <a:rPr lang="es-MX" smtClean="0"/>
              <a:t>20/05/2026</a:t>
            </a:fld>
            <a:endParaRPr lang="es-MX"/>
          </a:p>
        </p:txBody>
      </p:sp>
      <p:sp>
        <p:nvSpPr>
          <p:cNvPr id="3" name="Marcador de pie de página 2">
            <a:extLst>
              <a:ext uri="{FF2B5EF4-FFF2-40B4-BE49-F238E27FC236}">
                <a16:creationId xmlns:a16="http://schemas.microsoft.com/office/drawing/2014/main" id="{1667E32E-CFCD-5F0E-7D04-C25F08E6E8F6}"/>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8701D0D7-231D-F18B-545F-1255D5BA145F}"/>
              </a:ext>
            </a:extLst>
          </p:cNvPr>
          <p:cNvSpPr>
            <a:spLocks noGrp="1"/>
          </p:cNvSpPr>
          <p:nvPr>
            <p:ph type="sldNum" sz="quarter" idx="12"/>
          </p:nvPr>
        </p:nvSpPr>
        <p:spPr/>
        <p:txBody>
          <a:bodyPr/>
          <a:lstStyle/>
          <a:p>
            <a:fld id="{4622852B-D8EC-4A2F-B562-817FDF40732D}" type="slidenum">
              <a:rPr lang="es-MX" smtClean="0"/>
              <a:t>‹Nº›</a:t>
            </a:fld>
            <a:endParaRPr lang="es-MX"/>
          </a:p>
        </p:txBody>
      </p:sp>
    </p:spTree>
    <p:extLst>
      <p:ext uri="{BB962C8B-B14F-4D97-AF65-F5344CB8AC3E}">
        <p14:creationId xmlns:p14="http://schemas.microsoft.com/office/powerpoint/2010/main" val="531569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C89FD0-B888-1D68-98A8-47840C12BD5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01EF47B-905E-986E-D0C9-274A7BE47F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EBBB0093-5FC5-E451-D611-809D0FB629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BEAB3B5-034B-78F4-C135-32190299A49B}"/>
              </a:ext>
            </a:extLst>
          </p:cNvPr>
          <p:cNvSpPr>
            <a:spLocks noGrp="1"/>
          </p:cNvSpPr>
          <p:nvPr>
            <p:ph type="dt" sz="half" idx="10"/>
          </p:nvPr>
        </p:nvSpPr>
        <p:spPr/>
        <p:txBody>
          <a:bodyPr/>
          <a:lstStyle/>
          <a:p>
            <a:fld id="{395ED9D5-A3D7-4D63-B14E-7242428ABCBA}" type="datetimeFigureOut">
              <a:rPr lang="es-MX" smtClean="0"/>
              <a:t>20/05/2026</a:t>
            </a:fld>
            <a:endParaRPr lang="es-MX"/>
          </a:p>
        </p:txBody>
      </p:sp>
      <p:sp>
        <p:nvSpPr>
          <p:cNvPr id="6" name="Marcador de pie de página 5">
            <a:extLst>
              <a:ext uri="{FF2B5EF4-FFF2-40B4-BE49-F238E27FC236}">
                <a16:creationId xmlns:a16="http://schemas.microsoft.com/office/drawing/2014/main" id="{1CCE3F08-9B69-6E80-1F0B-96CE7BBDBCBF}"/>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6639F3B-CA9E-E361-31DB-C8B3C5000ED7}"/>
              </a:ext>
            </a:extLst>
          </p:cNvPr>
          <p:cNvSpPr>
            <a:spLocks noGrp="1"/>
          </p:cNvSpPr>
          <p:nvPr>
            <p:ph type="sldNum" sz="quarter" idx="12"/>
          </p:nvPr>
        </p:nvSpPr>
        <p:spPr/>
        <p:txBody>
          <a:bodyPr/>
          <a:lstStyle/>
          <a:p>
            <a:fld id="{4622852B-D8EC-4A2F-B562-817FDF40732D}" type="slidenum">
              <a:rPr lang="es-MX" smtClean="0"/>
              <a:t>‹Nº›</a:t>
            </a:fld>
            <a:endParaRPr lang="es-MX"/>
          </a:p>
        </p:txBody>
      </p:sp>
    </p:spTree>
    <p:extLst>
      <p:ext uri="{BB962C8B-B14F-4D97-AF65-F5344CB8AC3E}">
        <p14:creationId xmlns:p14="http://schemas.microsoft.com/office/powerpoint/2010/main" val="445636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3EEE02-1312-9A1D-4BFD-D12ADF9C28D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F6B57E39-119E-6180-2A32-B6203BE7A0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69A1BBD5-A843-FDED-A82C-B33AB35BC4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62A413B-0EF0-0209-DB32-7DE20BCC1D18}"/>
              </a:ext>
            </a:extLst>
          </p:cNvPr>
          <p:cNvSpPr>
            <a:spLocks noGrp="1"/>
          </p:cNvSpPr>
          <p:nvPr>
            <p:ph type="dt" sz="half" idx="10"/>
          </p:nvPr>
        </p:nvSpPr>
        <p:spPr/>
        <p:txBody>
          <a:bodyPr/>
          <a:lstStyle/>
          <a:p>
            <a:fld id="{395ED9D5-A3D7-4D63-B14E-7242428ABCBA}" type="datetimeFigureOut">
              <a:rPr lang="es-MX" smtClean="0"/>
              <a:t>20/05/2026</a:t>
            </a:fld>
            <a:endParaRPr lang="es-MX"/>
          </a:p>
        </p:txBody>
      </p:sp>
      <p:sp>
        <p:nvSpPr>
          <p:cNvPr id="6" name="Marcador de pie de página 5">
            <a:extLst>
              <a:ext uri="{FF2B5EF4-FFF2-40B4-BE49-F238E27FC236}">
                <a16:creationId xmlns:a16="http://schemas.microsoft.com/office/drawing/2014/main" id="{95F3BA6E-5323-7E06-F5F7-9B62C350AA9C}"/>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514D07DE-2228-629E-70BA-ACC17B06210D}"/>
              </a:ext>
            </a:extLst>
          </p:cNvPr>
          <p:cNvSpPr>
            <a:spLocks noGrp="1"/>
          </p:cNvSpPr>
          <p:nvPr>
            <p:ph type="sldNum" sz="quarter" idx="12"/>
          </p:nvPr>
        </p:nvSpPr>
        <p:spPr/>
        <p:txBody>
          <a:bodyPr/>
          <a:lstStyle/>
          <a:p>
            <a:fld id="{4622852B-D8EC-4A2F-B562-817FDF40732D}" type="slidenum">
              <a:rPr lang="es-MX" smtClean="0"/>
              <a:t>‹Nº›</a:t>
            </a:fld>
            <a:endParaRPr lang="es-MX"/>
          </a:p>
        </p:txBody>
      </p:sp>
    </p:spTree>
    <p:extLst>
      <p:ext uri="{BB962C8B-B14F-4D97-AF65-F5344CB8AC3E}">
        <p14:creationId xmlns:p14="http://schemas.microsoft.com/office/powerpoint/2010/main" val="2533372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C9E862-B854-73BA-A8C6-4C0A64E9DEA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2FC966B-EE63-CD08-AC2C-35FCF03C269E}"/>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CBD0903-9906-1F3F-4D17-5C5628EA9A99}"/>
              </a:ext>
            </a:extLst>
          </p:cNvPr>
          <p:cNvSpPr>
            <a:spLocks noGrp="1"/>
          </p:cNvSpPr>
          <p:nvPr>
            <p:ph type="dt" sz="half" idx="10"/>
          </p:nvPr>
        </p:nvSpPr>
        <p:spPr/>
        <p:txBody>
          <a:bodyPr/>
          <a:lstStyle/>
          <a:p>
            <a:fld id="{395ED9D5-A3D7-4D63-B14E-7242428ABCBA}" type="datetimeFigureOut">
              <a:rPr lang="es-MX" smtClean="0"/>
              <a:t>20/05/2026</a:t>
            </a:fld>
            <a:endParaRPr lang="es-MX"/>
          </a:p>
        </p:txBody>
      </p:sp>
      <p:sp>
        <p:nvSpPr>
          <p:cNvPr id="5" name="Marcador de pie de página 4">
            <a:extLst>
              <a:ext uri="{FF2B5EF4-FFF2-40B4-BE49-F238E27FC236}">
                <a16:creationId xmlns:a16="http://schemas.microsoft.com/office/drawing/2014/main" id="{9E386F7D-D2D9-F21E-2D28-87568410940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7325B2E-6258-0A62-4EEF-ADD18BA6DB7D}"/>
              </a:ext>
            </a:extLst>
          </p:cNvPr>
          <p:cNvSpPr>
            <a:spLocks noGrp="1"/>
          </p:cNvSpPr>
          <p:nvPr>
            <p:ph type="sldNum" sz="quarter" idx="12"/>
          </p:nvPr>
        </p:nvSpPr>
        <p:spPr/>
        <p:txBody>
          <a:bodyPr/>
          <a:lstStyle/>
          <a:p>
            <a:fld id="{4622852B-D8EC-4A2F-B562-817FDF40732D}" type="slidenum">
              <a:rPr lang="es-MX" smtClean="0"/>
              <a:t>‹Nº›</a:t>
            </a:fld>
            <a:endParaRPr lang="es-MX"/>
          </a:p>
        </p:txBody>
      </p:sp>
    </p:spTree>
    <p:extLst>
      <p:ext uri="{BB962C8B-B14F-4D97-AF65-F5344CB8AC3E}">
        <p14:creationId xmlns:p14="http://schemas.microsoft.com/office/powerpoint/2010/main" val="578505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0692CF1-2D3D-09B0-2D0C-4BA3ACF7A8AB}"/>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56D76C75-812D-AB79-8156-EA41EBAFCA30}"/>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CC1504D-B971-2689-AE03-70F4B9B024D5}"/>
              </a:ext>
            </a:extLst>
          </p:cNvPr>
          <p:cNvSpPr>
            <a:spLocks noGrp="1"/>
          </p:cNvSpPr>
          <p:nvPr>
            <p:ph type="dt" sz="half" idx="10"/>
          </p:nvPr>
        </p:nvSpPr>
        <p:spPr/>
        <p:txBody>
          <a:bodyPr/>
          <a:lstStyle/>
          <a:p>
            <a:fld id="{395ED9D5-A3D7-4D63-B14E-7242428ABCBA}" type="datetimeFigureOut">
              <a:rPr lang="es-MX" smtClean="0"/>
              <a:t>20/05/2026</a:t>
            </a:fld>
            <a:endParaRPr lang="es-MX"/>
          </a:p>
        </p:txBody>
      </p:sp>
      <p:sp>
        <p:nvSpPr>
          <p:cNvPr id="5" name="Marcador de pie de página 4">
            <a:extLst>
              <a:ext uri="{FF2B5EF4-FFF2-40B4-BE49-F238E27FC236}">
                <a16:creationId xmlns:a16="http://schemas.microsoft.com/office/drawing/2014/main" id="{D2FE929A-9035-F983-CE99-C9AA8B91ED0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6353816-1BE0-B8BA-11A0-EE6F2E340E20}"/>
              </a:ext>
            </a:extLst>
          </p:cNvPr>
          <p:cNvSpPr>
            <a:spLocks noGrp="1"/>
          </p:cNvSpPr>
          <p:nvPr>
            <p:ph type="sldNum" sz="quarter" idx="12"/>
          </p:nvPr>
        </p:nvSpPr>
        <p:spPr/>
        <p:txBody>
          <a:bodyPr/>
          <a:lstStyle/>
          <a:p>
            <a:fld id="{4622852B-D8EC-4A2F-B562-817FDF40732D}" type="slidenum">
              <a:rPr lang="es-MX" smtClean="0"/>
              <a:t>‹Nº›</a:t>
            </a:fld>
            <a:endParaRPr lang="es-MX"/>
          </a:p>
        </p:txBody>
      </p:sp>
    </p:spTree>
    <p:extLst>
      <p:ext uri="{BB962C8B-B14F-4D97-AF65-F5344CB8AC3E}">
        <p14:creationId xmlns:p14="http://schemas.microsoft.com/office/powerpoint/2010/main" val="30720407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DD2E86A-BDBA-F0C5-B46D-5731BC7247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48732618-0813-A28F-A341-E406535E4E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A4A2D88-FCDE-0E11-5520-50FC849373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5ED9D5-A3D7-4D63-B14E-7242428ABCBA}" type="datetimeFigureOut">
              <a:rPr lang="es-MX" smtClean="0"/>
              <a:t>20/05/2026</a:t>
            </a:fld>
            <a:endParaRPr lang="es-MX"/>
          </a:p>
        </p:txBody>
      </p:sp>
      <p:sp>
        <p:nvSpPr>
          <p:cNvPr id="5" name="Marcador de pie de página 4">
            <a:extLst>
              <a:ext uri="{FF2B5EF4-FFF2-40B4-BE49-F238E27FC236}">
                <a16:creationId xmlns:a16="http://schemas.microsoft.com/office/drawing/2014/main" id="{93625EB4-4360-15EC-3892-1C9983EF81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3602C8A-B8C3-F7CB-3BDD-9745924C21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22852B-D8EC-4A2F-B562-817FDF40732D}" type="slidenum">
              <a:rPr lang="es-MX" smtClean="0"/>
              <a:t>‹Nº›</a:t>
            </a:fld>
            <a:endParaRPr lang="es-MX"/>
          </a:p>
        </p:txBody>
      </p:sp>
    </p:spTree>
    <p:extLst>
      <p:ext uri="{BB962C8B-B14F-4D97-AF65-F5344CB8AC3E}">
        <p14:creationId xmlns:p14="http://schemas.microsoft.com/office/powerpoint/2010/main" val="37434066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echa: cheurón 3">
            <a:extLst>
              <a:ext uri="{FF2B5EF4-FFF2-40B4-BE49-F238E27FC236}">
                <a16:creationId xmlns:a16="http://schemas.microsoft.com/office/drawing/2014/main" id="{3EA94B96-C2F2-48DC-808D-C7BD15BAA396}"/>
              </a:ext>
            </a:extLst>
          </p:cNvPr>
          <p:cNvSpPr/>
          <p:nvPr/>
        </p:nvSpPr>
        <p:spPr>
          <a:xfrm>
            <a:off x="31728014" y="110385"/>
            <a:ext cx="9688363" cy="455220"/>
          </a:xfrm>
          <a:prstGeom prst="chevron">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indent="0" algn="ctr"/>
            <a:r>
              <a:rPr lang="es-CO" sz="1600" b="1">
                <a:solidFill>
                  <a:schemeClr val="bg1"/>
                </a:solidFill>
                <a:latin typeface="+mn-lt"/>
                <a:ea typeface="+mn-ea"/>
                <a:cs typeface="+mn-cs"/>
              </a:rPr>
              <a:t>Etapa de Captura y Notificacion </a:t>
            </a:r>
          </a:p>
        </p:txBody>
      </p:sp>
      <p:sp>
        <p:nvSpPr>
          <p:cNvPr id="5" name="Flecha: cheurón 4">
            <a:extLst>
              <a:ext uri="{FF2B5EF4-FFF2-40B4-BE49-F238E27FC236}">
                <a16:creationId xmlns:a16="http://schemas.microsoft.com/office/drawing/2014/main" id="{2C823505-70E7-4B16-AD16-DD5A71510F4A}"/>
              </a:ext>
            </a:extLst>
          </p:cNvPr>
          <p:cNvSpPr/>
          <p:nvPr/>
        </p:nvSpPr>
        <p:spPr>
          <a:xfrm>
            <a:off x="41597124" y="115241"/>
            <a:ext cx="1790096" cy="461570"/>
          </a:xfrm>
          <a:prstGeom prst="chevron">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indent="0" algn="ctr"/>
            <a:r>
              <a:rPr lang="es-CO" sz="1600" b="1">
                <a:solidFill>
                  <a:schemeClr val="bg1"/>
                </a:solidFill>
                <a:latin typeface="+mn-lt"/>
                <a:ea typeface="+mn-ea"/>
                <a:cs typeface="+mn-cs"/>
              </a:rPr>
              <a:t>CIERRE</a:t>
            </a:r>
          </a:p>
        </p:txBody>
      </p:sp>
      <p:sp>
        <p:nvSpPr>
          <p:cNvPr id="8" name="Flecha: cheurón 7">
            <a:extLst>
              <a:ext uri="{FF2B5EF4-FFF2-40B4-BE49-F238E27FC236}">
                <a16:creationId xmlns:a16="http://schemas.microsoft.com/office/drawing/2014/main" id="{C1E8CBAF-3AE8-3209-4E92-C96133C69A9C}"/>
              </a:ext>
            </a:extLst>
          </p:cNvPr>
          <p:cNvSpPr/>
          <p:nvPr/>
        </p:nvSpPr>
        <p:spPr>
          <a:xfrm>
            <a:off x="15928156" y="110385"/>
            <a:ext cx="3770691" cy="455220"/>
          </a:xfrm>
          <a:prstGeom prst="chevron">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a:solidFill>
                  <a:schemeClr val="bg1"/>
                </a:solidFill>
              </a:rPr>
              <a:t>Etapa</a:t>
            </a:r>
            <a:r>
              <a:rPr lang="es-CO" sz="1600" b="1" baseline="0">
                <a:solidFill>
                  <a:schemeClr val="bg1"/>
                </a:solidFill>
              </a:rPr>
              <a:t> de Modelado</a:t>
            </a:r>
          </a:p>
        </p:txBody>
      </p:sp>
      <p:sp>
        <p:nvSpPr>
          <p:cNvPr id="9" name="Flecha: cheurón 8">
            <a:extLst>
              <a:ext uri="{FF2B5EF4-FFF2-40B4-BE49-F238E27FC236}">
                <a16:creationId xmlns:a16="http://schemas.microsoft.com/office/drawing/2014/main" id="{770DB5D6-9DCC-00A9-7822-843D4A9D27F6}"/>
              </a:ext>
            </a:extLst>
          </p:cNvPr>
          <p:cNvSpPr/>
          <p:nvPr/>
        </p:nvSpPr>
        <p:spPr>
          <a:xfrm>
            <a:off x="19929564" y="114618"/>
            <a:ext cx="3737882" cy="452045"/>
          </a:xfrm>
          <a:prstGeom prst="chevron">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a:solidFill>
                  <a:schemeClr val="bg1"/>
                </a:solidFill>
              </a:rPr>
              <a:t>Etapa</a:t>
            </a:r>
            <a:r>
              <a:rPr lang="es-CO" sz="1600" b="1" baseline="0">
                <a:solidFill>
                  <a:schemeClr val="bg1"/>
                </a:solidFill>
              </a:rPr>
              <a:t> de Conexiones</a:t>
            </a:r>
          </a:p>
        </p:txBody>
      </p:sp>
      <p:sp>
        <p:nvSpPr>
          <p:cNvPr id="10" name="Flecha: cheurón 9">
            <a:extLst>
              <a:ext uri="{FF2B5EF4-FFF2-40B4-BE49-F238E27FC236}">
                <a16:creationId xmlns:a16="http://schemas.microsoft.com/office/drawing/2014/main" id="{BBF03C5C-5CF8-A3A4-3096-B54C93DDBA43}"/>
              </a:ext>
            </a:extLst>
          </p:cNvPr>
          <p:cNvSpPr/>
          <p:nvPr/>
        </p:nvSpPr>
        <p:spPr>
          <a:xfrm>
            <a:off x="23871704" y="114617"/>
            <a:ext cx="7699526" cy="458395"/>
          </a:xfrm>
          <a:prstGeom prst="chevron">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a:solidFill>
                  <a:schemeClr val="bg1"/>
                </a:solidFill>
              </a:rPr>
              <a:t>Etapa</a:t>
            </a:r>
            <a:r>
              <a:rPr lang="es-CO" sz="1600" b="1" baseline="0">
                <a:solidFill>
                  <a:schemeClr val="bg1"/>
                </a:solidFill>
              </a:rPr>
              <a:t> de Planos</a:t>
            </a:r>
          </a:p>
        </p:txBody>
      </p:sp>
      <p:sp>
        <p:nvSpPr>
          <p:cNvPr id="11" name="Flecha: cheurón 10">
            <a:extLst>
              <a:ext uri="{FF2B5EF4-FFF2-40B4-BE49-F238E27FC236}">
                <a16:creationId xmlns:a16="http://schemas.microsoft.com/office/drawing/2014/main" id="{27122E0C-4129-6A07-ACF0-0AB60A8A8857}"/>
              </a:ext>
            </a:extLst>
          </p:cNvPr>
          <p:cNvSpPr/>
          <p:nvPr/>
        </p:nvSpPr>
        <p:spPr>
          <a:xfrm>
            <a:off x="113407" y="97204"/>
            <a:ext cx="2469538" cy="461570"/>
          </a:xfrm>
          <a:prstGeom prst="chevron">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dirty="0">
                <a:solidFill>
                  <a:schemeClr val="bg1"/>
                </a:solidFill>
              </a:rPr>
              <a:t>COMERCIAL</a:t>
            </a:r>
          </a:p>
        </p:txBody>
      </p:sp>
      <p:sp>
        <p:nvSpPr>
          <p:cNvPr id="12" name="Flecha: cheurón 11">
            <a:extLst>
              <a:ext uri="{FF2B5EF4-FFF2-40B4-BE49-F238E27FC236}">
                <a16:creationId xmlns:a16="http://schemas.microsoft.com/office/drawing/2014/main" id="{29BA4143-FE5D-4544-98D4-02846BDFE82E}"/>
              </a:ext>
            </a:extLst>
          </p:cNvPr>
          <p:cNvSpPr/>
          <p:nvPr/>
        </p:nvSpPr>
        <p:spPr>
          <a:xfrm>
            <a:off x="2445127" y="97204"/>
            <a:ext cx="2469538"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dirty="0">
                <a:solidFill>
                  <a:schemeClr val="bg1"/>
                </a:solidFill>
              </a:rPr>
              <a:t>PM / PLANEACIÓN</a:t>
            </a:r>
          </a:p>
        </p:txBody>
      </p:sp>
      <p:sp>
        <p:nvSpPr>
          <p:cNvPr id="13" name="Flecha: cheurón 12">
            <a:extLst>
              <a:ext uri="{FF2B5EF4-FFF2-40B4-BE49-F238E27FC236}">
                <a16:creationId xmlns:a16="http://schemas.microsoft.com/office/drawing/2014/main" id="{26FEF849-5BD9-F2E5-00A0-38189D3A458E}"/>
              </a:ext>
            </a:extLst>
          </p:cNvPr>
          <p:cNvSpPr/>
          <p:nvPr/>
        </p:nvSpPr>
        <p:spPr>
          <a:xfrm>
            <a:off x="4776847" y="97204"/>
            <a:ext cx="2469538"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dirty="0">
                <a:solidFill>
                  <a:schemeClr val="bg1"/>
                </a:solidFill>
              </a:rPr>
              <a:t>DISEÑO ESTRUCTURAL</a:t>
            </a:r>
          </a:p>
        </p:txBody>
      </p:sp>
      <p:sp>
        <p:nvSpPr>
          <p:cNvPr id="14" name="Flecha: cheurón 13">
            <a:extLst>
              <a:ext uri="{FF2B5EF4-FFF2-40B4-BE49-F238E27FC236}">
                <a16:creationId xmlns:a16="http://schemas.microsoft.com/office/drawing/2014/main" id="{E4BC6A07-DE78-3418-526C-FE9703ECF65A}"/>
              </a:ext>
            </a:extLst>
          </p:cNvPr>
          <p:cNvSpPr/>
          <p:nvPr/>
        </p:nvSpPr>
        <p:spPr>
          <a:xfrm>
            <a:off x="7191297" y="97204"/>
            <a:ext cx="2469538"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dirty="0">
                <a:solidFill>
                  <a:schemeClr val="bg1"/>
                </a:solidFill>
              </a:rPr>
              <a:t>INGENIERÍA</a:t>
            </a:r>
          </a:p>
        </p:txBody>
      </p:sp>
      <p:sp>
        <p:nvSpPr>
          <p:cNvPr id="15" name="Flecha: cheurón 14">
            <a:extLst>
              <a:ext uri="{FF2B5EF4-FFF2-40B4-BE49-F238E27FC236}">
                <a16:creationId xmlns:a16="http://schemas.microsoft.com/office/drawing/2014/main" id="{48BCCD43-C2AF-D9D0-23EF-1325D5249ED9}"/>
              </a:ext>
            </a:extLst>
          </p:cNvPr>
          <p:cNvSpPr/>
          <p:nvPr/>
        </p:nvSpPr>
        <p:spPr>
          <a:xfrm>
            <a:off x="9609055" y="97204"/>
            <a:ext cx="2469538"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dirty="0">
                <a:solidFill>
                  <a:schemeClr val="bg1"/>
                </a:solidFill>
              </a:rPr>
              <a:t>FABRICACIÓN Y SUMINISTRO</a:t>
            </a:r>
          </a:p>
        </p:txBody>
      </p:sp>
      <p:sp>
        <p:nvSpPr>
          <p:cNvPr id="20" name="CuadroTexto 19">
            <a:extLst>
              <a:ext uri="{FF2B5EF4-FFF2-40B4-BE49-F238E27FC236}">
                <a16:creationId xmlns:a16="http://schemas.microsoft.com/office/drawing/2014/main" id="{D5F926D4-3D28-5263-C9A8-F403CA587A33}"/>
              </a:ext>
            </a:extLst>
          </p:cNvPr>
          <p:cNvSpPr txBox="1"/>
          <p:nvPr/>
        </p:nvSpPr>
        <p:spPr>
          <a:xfrm>
            <a:off x="113406" y="776050"/>
            <a:ext cx="6764471" cy="677108"/>
          </a:xfrm>
          <a:prstGeom prst="rect">
            <a:avLst/>
          </a:prstGeom>
          <a:noFill/>
        </p:spPr>
        <p:txBody>
          <a:bodyPr wrap="square" rtlCol="0">
            <a:spAutoFit/>
          </a:bodyPr>
          <a:lstStyle/>
          <a:p>
            <a:r>
              <a:rPr lang="es-MX" sz="2000" b="1" dirty="0">
                <a:solidFill>
                  <a:schemeClr val="accent1">
                    <a:lumMod val="50000"/>
                  </a:schemeClr>
                </a:solidFill>
              </a:rPr>
              <a:t>01 INICIO DE UN PROYECTO</a:t>
            </a:r>
            <a:r>
              <a:rPr lang="es-MX" dirty="0">
                <a:solidFill>
                  <a:schemeClr val="accent5">
                    <a:lumMod val="50000"/>
                  </a:schemeClr>
                </a:solidFill>
              </a:rPr>
              <a:t>, CIERRE DE CONTRATO CON CLIENTE</a:t>
            </a:r>
          </a:p>
          <a:p>
            <a:r>
              <a:rPr lang="es-MX" dirty="0">
                <a:solidFill>
                  <a:schemeClr val="accent5">
                    <a:lumMod val="50000"/>
                  </a:schemeClr>
                </a:solidFill>
              </a:rPr>
              <a:t>En ese momento conocemos:</a:t>
            </a:r>
          </a:p>
        </p:txBody>
      </p:sp>
      <p:sp>
        <p:nvSpPr>
          <p:cNvPr id="21" name="CuadroTexto 20">
            <a:extLst>
              <a:ext uri="{FF2B5EF4-FFF2-40B4-BE49-F238E27FC236}">
                <a16:creationId xmlns:a16="http://schemas.microsoft.com/office/drawing/2014/main" id="{C85C83C7-ED10-5804-D200-F511344936D1}"/>
              </a:ext>
            </a:extLst>
          </p:cNvPr>
          <p:cNvSpPr txBox="1"/>
          <p:nvPr/>
        </p:nvSpPr>
        <p:spPr>
          <a:xfrm>
            <a:off x="208822" y="1484301"/>
            <a:ext cx="3719121" cy="2339102"/>
          </a:xfrm>
          <a:prstGeom prst="rect">
            <a:avLst/>
          </a:prstGeom>
          <a:noFill/>
        </p:spPr>
        <p:txBody>
          <a:bodyPr wrap="square" rtlCol="0">
            <a:spAutoFit/>
          </a:bodyPr>
          <a:lstStyle/>
          <a:p>
            <a:r>
              <a:rPr lang="es-MX" b="1" dirty="0">
                <a:solidFill>
                  <a:schemeClr val="accent5">
                    <a:lumMod val="50000"/>
                  </a:schemeClr>
                </a:solidFill>
              </a:rPr>
              <a:t>ÁREAS COTIZADAS DEL PROYECTO</a:t>
            </a:r>
          </a:p>
          <a:p>
            <a:pPr marL="285750" indent="-285750">
              <a:buFont typeface="Arial" panose="020B0604020202020204" pitchFamily="34" charset="0"/>
              <a:buChar char="•"/>
            </a:pPr>
            <a:r>
              <a:rPr lang="es-MX" sz="1600" dirty="0">
                <a:solidFill>
                  <a:schemeClr val="accent5">
                    <a:lumMod val="50000"/>
                  </a:schemeClr>
                </a:solidFill>
              </a:rPr>
              <a:t>EDIFICIO A</a:t>
            </a:r>
          </a:p>
          <a:p>
            <a:pPr marL="285750" indent="-285750">
              <a:buFont typeface="Arial" panose="020B0604020202020204" pitchFamily="34" charset="0"/>
              <a:buChar char="•"/>
            </a:pPr>
            <a:r>
              <a:rPr lang="es-MX" sz="1600" dirty="0">
                <a:solidFill>
                  <a:schemeClr val="accent5">
                    <a:lumMod val="50000"/>
                  </a:schemeClr>
                </a:solidFill>
              </a:rPr>
              <a:t>EDIFICIO B</a:t>
            </a:r>
          </a:p>
          <a:p>
            <a:pPr marL="285750" indent="-285750">
              <a:buFont typeface="Arial" panose="020B0604020202020204" pitchFamily="34" charset="0"/>
              <a:buChar char="•"/>
            </a:pPr>
            <a:r>
              <a:rPr lang="es-MX" sz="1600" dirty="0">
                <a:solidFill>
                  <a:schemeClr val="accent5">
                    <a:lumMod val="50000"/>
                  </a:schemeClr>
                </a:solidFill>
              </a:rPr>
              <a:t>EDIFICIO C</a:t>
            </a:r>
          </a:p>
          <a:p>
            <a:pPr marL="285750" indent="-285750">
              <a:buFont typeface="Arial" panose="020B0604020202020204" pitchFamily="34" charset="0"/>
              <a:buChar char="•"/>
            </a:pPr>
            <a:r>
              <a:rPr lang="es-MX" sz="1600" dirty="0">
                <a:solidFill>
                  <a:schemeClr val="accent5">
                    <a:lumMod val="50000"/>
                  </a:schemeClr>
                </a:solidFill>
              </a:rPr>
              <a:t>EDIFICIO D</a:t>
            </a:r>
          </a:p>
          <a:p>
            <a:pPr marL="285750" indent="-285750">
              <a:buFont typeface="Arial" panose="020B0604020202020204" pitchFamily="34" charset="0"/>
              <a:buChar char="•"/>
            </a:pPr>
            <a:r>
              <a:rPr lang="es-MX" sz="1600" dirty="0">
                <a:solidFill>
                  <a:schemeClr val="accent5">
                    <a:lumMod val="50000"/>
                  </a:schemeClr>
                </a:solidFill>
              </a:rPr>
              <a:t>EDIFICIO E</a:t>
            </a:r>
          </a:p>
          <a:p>
            <a:pPr marL="285750" indent="-285750">
              <a:buFont typeface="Arial" panose="020B0604020202020204" pitchFamily="34" charset="0"/>
              <a:buChar char="•"/>
            </a:pPr>
            <a:r>
              <a:rPr lang="es-MX" sz="1600" dirty="0">
                <a:solidFill>
                  <a:schemeClr val="accent5">
                    <a:lumMod val="50000"/>
                  </a:schemeClr>
                </a:solidFill>
              </a:rPr>
              <a:t>EDIFICIO F</a:t>
            </a:r>
          </a:p>
          <a:p>
            <a:pPr marL="285750" indent="-285750">
              <a:buFont typeface="Arial" panose="020B0604020202020204" pitchFamily="34" charset="0"/>
              <a:buChar char="•"/>
            </a:pPr>
            <a:r>
              <a:rPr lang="es-MX" sz="1600" dirty="0">
                <a:solidFill>
                  <a:schemeClr val="accent5">
                    <a:lumMod val="50000"/>
                  </a:schemeClr>
                </a:solidFill>
              </a:rPr>
              <a:t>EDIFICIO G</a:t>
            </a:r>
          </a:p>
          <a:p>
            <a:pPr marL="285750" indent="-285750">
              <a:buFont typeface="Arial" panose="020B0604020202020204" pitchFamily="34" charset="0"/>
              <a:buChar char="•"/>
            </a:pPr>
            <a:r>
              <a:rPr lang="es-MX" sz="1600" dirty="0">
                <a:solidFill>
                  <a:schemeClr val="accent5">
                    <a:lumMod val="50000"/>
                  </a:schemeClr>
                </a:solidFill>
              </a:rPr>
              <a:t>EDIFICIO H</a:t>
            </a:r>
          </a:p>
        </p:txBody>
      </p:sp>
      <p:sp>
        <p:nvSpPr>
          <p:cNvPr id="22" name="CuadroTexto 21">
            <a:extLst>
              <a:ext uri="{FF2B5EF4-FFF2-40B4-BE49-F238E27FC236}">
                <a16:creationId xmlns:a16="http://schemas.microsoft.com/office/drawing/2014/main" id="{976A8392-0E7B-12F6-14F1-5C502ED6A69A}"/>
              </a:ext>
            </a:extLst>
          </p:cNvPr>
          <p:cNvSpPr txBox="1"/>
          <p:nvPr/>
        </p:nvSpPr>
        <p:spPr>
          <a:xfrm>
            <a:off x="5886054" y="1422381"/>
            <a:ext cx="3291840" cy="2031325"/>
          </a:xfrm>
          <a:prstGeom prst="rect">
            <a:avLst/>
          </a:prstGeom>
          <a:noFill/>
        </p:spPr>
        <p:txBody>
          <a:bodyPr wrap="square" rtlCol="0">
            <a:spAutoFit/>
          </a:bodyPr>
          <a:lstStyle/>
          <a:p>
            <a:r>
              <a:rPr lang="es-MX" b="1" dirty="0">
                <a:solidFill>
                  <a:schemeClr val="accent5">
                    <a:lumMod val="50000"/>
                  </a:schemeClr>
                </a:solidFill>
              </a:rPr>
              <a:t>INFORMACIÓN DEL PROYECTO</a:t>
            </a:r>
          </a:p>
          <a:p>
            <a:pPr marL="285750" indent="-285750">
              <a:buFont typeface="Arial" panose="020B0604020202020204" pitchFamily="34" charset="0"/>
              <a:buChar char="•"/>
            </a:pPr>
            <a:r>
              <a:rPr lang="es-MX" dirty="0">
                <a:solidFill>
                  <a:schemeClr val="accent5">
                    <a:lumMod val="50000"/>
                  </a:schemeClr>
                </a:solidFill>
              </a:rPr>
              <a:t>Nombre del cliente</a:t>
            </a:r>
          </a:p>
          <a:p>
            <a:pPr marL="285750" indent="-285750">
              <a:buFont typeface="Arial" panose="020B0604020202020204" pitchFamily="34" charset="0"/>
              <a:buChar char="•"/>
            </a:pPr>
            <a:r>
              <a:rPr lang="es-MX" dirty="0">
                <a:solidFill>
                  <a:schemeClr val="accent5">
                    <a:lumMod val="50000"/>
                  </a:schemeClr>
                </a:solidFill>
              </a:rPr>
              <a:t>Ubicación del proyecto</a:t>
            </a:r>
          </a:p>
          <a:p>
            <a:pPr marL="285750" indent="-285750">
              <a:buFont typeface="Arial" panose="020B0604020202020204" pitchFamily="34" charset="0"/>
              <a:buChar char="•"/>
            </a:pPr>
            <a:r>
              <a:rPr lang="es-MX" dirty="0">
                <a:solidFill>
                  <a:schemeClr val="accent5">
                    <a:lumMod val="50000"/>
                  </a:schemeClr>
                </a:solidFill>
              </a:rPr>
              <a:t>Tiempo de entrega (8 semanas, 10 semanas)</a:t>
            </a:r>
          </a:p>
          <a:p>
            <a:pPr marL="285750" indent="-285750">
              <a:buFont typeface="Arial" panose="020B0604020202020204" pitchFamily="34" charset="0"/>
              <a:buChar char="•"/>
            </a:pPr>
            <a:endParaRPr lang="es-MX" dirty="0">
              <a:solidFill>
                <a:schemeClr val="accent5">
                  <a:lumMod val="50000"/>
                </a:schemeClr>
              </a:solidFill>
            </a:endParaRPr>
          </a:p>
          <a:p>
            <a:pPr marL="285750" indent="-285750">
              <a:buFont typeface="Arial" panose="020B0604020202020204" pitchFamily="34" charset="0"/>
              <a:buChar char="•"/>
            </a:pPr>
            <a:endParaRPr lang="es-MX" dirty="0">
              <a:solidFill>
                <a:schemeClr val="accent5">
                  <a:lumMod val="50000"/>
                </a:schemeClr>
              </a:solidFill>
            </a:endParaRPr>
          </a:p>
        </p:txBody>
      </p:sp>
      <p:cxnSp>
        <p:nvCxnSpPr>
          <p:cNvPr id="24" name="Conector recto de flecha 23">
            <a:extLst>
              <a:ext uri="{FF2B5EF4-FFF2-40B4-BE49-F238E27FC236}">
                <a16:creationId xmlns:a16="http://schemas.microsoft.com/office/drawing/2014/main" id="{0B10F0A5-78D8-0406-1A31-9B2AEFE0CC9D}"/>
              </a:ext>
            </a:extLst>
          </p:cNvPr>
          <p:cNvCxnSpPr/>
          <p:nvPr/>
        </p:nvCxnSpPr>
        <p:spPr>
          <a:xfrm>
            <a:off x="2202511" y="4436828"/>
            <a:ext cx="1293130" cy="0"/>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5" name="CuadroTexto 24">
            <a:extLst>
              <a:ext uri="{FF2B5EF4-FFF2-40B4-BE49-F238E27FC236}">
                <a16:creationId xmlns:a16="http://schemas.microsoft.com/office/drawing/2014/main" id="{BE067282-7595-5C0B-74B3-B156B4486C9B}"/>
              </a:ext>
            </a:extLst>
          </p:cNvPr>
          <p:cNvSpPr txBox="1"/>
          <p:nvPr/>
        </p:nvSpPr>
        <p:spPr>
          <a:xfrm>
            <a:off x="3515235" y="4205995"/>
            <a:ext cx="1399430" cy="461665"/>
          </a:xfrm>
          <a:prstGeom prst="rect">
            <a:avLst/>
          </a:prstGeom>
          <a:noFill/>
        </p:spPr>
        <p:txBody>
          <a:bodyPr wrap="square" rtlCol="0">
            <a:spAutoFit/>
          </a:bodyPr>
          <a:lstStyle/>
          <a:p>
            <a:r>
              <a:rPr lang="es-MX" sz="1200" dirty="0">
                <a:solidFill>
                  <a:srgbClr val="00B0F0"/>
                </a:solidFill>
              </a:rPr>
              <a:t>Alcance de Acero Estructural</a:t>
            </a:r>
          </a:p>
        </p:txBody>
      </p:sp>
      <p:sp>
        <p:nvSpPr>
          <p:cNvPr id="26" name="CuadroTexto 25">
            <a:extLst>
              <a:ext uri="{FF2B5EF4-FFF2-40B4-BE49-F238E27FC236}">
                <a16:creationId xmlns:a16="http://schemas.microsoft.com/office/drawing/2014/main" id="{4F5EB330-5ED8-5D00-7A48-AD5E0946637E}"/>
              </a:ext>
            </a:extLst>
          </p:cNvPr>
          <p:cNvSpPr txBox="1"/>
          <p:nvPr/>
        </p:nvSpPr>
        <p:spPr>
          <a:xfrm>
            <a:off x="223395" y="4004378"/>
            <a:ext cx="2977005" cy="2585323"/>
          </a:xfrm>
          <a:prstGeom prst="rect">
            <a:avLst/>
          </a:prstGeom>
          <a:noFill/>
        </p:spPr>
        <p:txBody>
          <a:bodyPr wrap="square" rtlCol="0">
            <a:spAutoFit/>
          </a:bodyPr>
          <a:lstStyle/>
          <a:p>
            <a:r>
              <a:rPr lang="es-MX" b="1" dirty="0">
                <a:solidFill>
                  <a:schemeClr val="accent5">
                    <a:lumMod val="50000"/>
                  </a:schemeClr>
                </a:solidFill>
              </a:rPr>
              <a:t>ALCANCE</a:t>
            </a:r>
          </a:p>
          <a:p>
            <a:pPr marL="285750" indent="-285750">
              <a:buFont typeface="Arial" panose="020B0604020202020204" pitchFamily="34" charset="0"/>
              <a:buChar char="•"/>
            </a:pPr>
            <a:r>
              <a:rPr lang="es-MX" dirty="0">
                <a:solidFill>
                  <a:schemeClr val="accent5">
                    <a:lumMod val="50000"/>
                  </a:schemeClr>
                </a:solidFill>
              </a:rPr>
              <a:t>Columnas 50 ton</a:t>
            </a:r>
          </a:p>
          <a:p>
            <a:pPr marL="285750" indent="-285750">
              <a:buFont typeface="Arial" panose="020B0604020202020204" pitchFamily="34" charset="0"/>
              <a:buChar char="•"/>
            </a:pPr>
            <a:r>
              <a:rPr lang="es-MX" dirty="0">
                <a:solidFill>
                  <a:schemeClr val="accent5">
                    <a:lumMod val="50000"/>
                  </a:schemeClr>
                </a:solidFill>
              </a:rPr>
              <a:t>Vigas 20 ton</a:t>
            </a:r>
          </a:p>
          <a:p>
            <a:pPr marL="285750" indent="-285750">
              <a:buFont typeface="Arial" panose="020B0604020202020204" pitchFamily="34" charset="0"/>
              <a:buChar char="•"/>
            </a:pPr>
            <a:r>
              <a:rPr lang="es-MX" dirty="0">
                <a:solidFill>
                  <a:schemeClr val="tx2">
                    <a:lumMod val="20000"/>
                    <a:lumOff val="80000"/>
                  </a:schemeClr>
                </a:solidFill>
              </a:rPr>
              <a:t>Armaduras 30 ton</a:t>
            </a:r>
          </a:p>
          <a:p>
            <a:pPr marL="285750" indent="-285750">
              <a:buFont typeface="Arial" panose="020B0604020202020204" pitchFamily="34" charset="0"/>
              <a:buChar char="•"/>
            </a:pPr>
            <a:r>
              <a:rPr lang="es-MX" dirty="0" err="1">
                <a:solidFill>
                  <a:schemeClr val="tx2">
                    <a:lumMod val="20000"/>
                    <a:lumOff val="80000"/>
                  </a:schemeClr>
                </a:solidFill>
              </a:rPr>
              <a:t>Joist</a:t>
            </a:r>
            <a:r>
              <a:rPr lang="es-MX" dirty="0">
                <a:solidFill>
                  <a:schemeClr val="tx2">
                    <a:lumMod val="20000"/>
                    <a:lumOff val="80000"/>
                  </a:schemeClr>
                </a:solidFill>
              </a:rPr>
              <a:t> 15 ton</a:t>
            </a:r>
          </a:p>
          <a:p>
            <a:pPr marL="285750" indent="-285750">
              <a:buFont typeface="Arial" panose="020B0604020202020204" pitchFamily="34" charset="0"/>
              <a:buChar char="•"/>
            </a:pPr>
            <a:r>
              <a:rPr lang="es-MX" dirty="0">
                <a:solidFill>
                  <a:schemeClr val="tx2">
                    <a:lumMod val="20000"/>
                    <a:lumOff val="80000"/>
                  </a:schemeClr>
                </a:solidFill>
              </a:rPr>
              <a:t>Polines 39 ton</a:t>
            </a:r>
          </a:p>
          <a:p>
            <a:pPr marL="285750" indent="-285750">
              <a:buFont typeface="Arial" panose="020B0604020202020204" pitchFamily="34" charset="0"/>
              <a:buChar char="•"/>
            </a:pPr>
            <a:r>
              <a:rPr lang="es-MX" dirty="0">
                <a:solidFill>
                  <a:schemeClr val="accent5">
                    <a:lumMod val="50000"/>
                  </a:schemeClr>
                </a:solidFill>
              </a:rPr>
              <a:t>Escaleras 31 ton</a:t>
            </a:r>
          </a:p>
          <a:p>
            <a:pPr marL="285750" indent="-285750">
              <a:buFont typeface="Arial" panose="020B0604020202020204" pitchFamily="34" charset="0"/>
              <a:buChar char="•"/>
            </a:pPr>
            <a:r>
              <a:rPr lang="es-MX" dirty="0">
                <a:solidFill>
                  <a:schemeClr val="accent5">
                    <a:lumMod val="50000"/>
                  </a:schemeClr>
                </a:solidFill>
              </a:rPr>
              <a:t>Anclas 3 ton</a:t>
            </a:r>
          </a:p>
          <a:p>
            <a:pPr marL="285750" indent="-285750">
              <a:buFont typeface="Arial" panose="020B0604020202020204" pitchFamily="34" charset="0"/>
              <a:buChar char="•"/>
            </a:pPr>
            <a:endParaRPr lang="es-MX" dirty="0">
              <a:solidFill>
                <a:schemeClr val="accent5">
                  <a:lumMod val="50000"/>
                </a:schemeClr>
              </a:solidFill>
            </a:endParaRPr>
          </a:p>
        </p:txBody>
      </p:sp>
      <p:cxnSp>
        <p:nvCxnSpPr>
          <p:cNvPr id="28" name="Conector recto de flecha 27">
            <a:extLst>
              <a:ext uri="{FF2B5EF4-FFF2-40B4-BE49-F238E27FC236}">
                <a16:creationId xmlns:a16="http://schemas.microsoft.com/office/drawing/2014/main" id="{BF76DE14-2F20-82E9-F0B1-3AF7A863ABB9}"/>
              </a:ext>
            </a:extLst>
          </p:cNvPr>
          <p:cNvCxnSpPr/>
          <p:nvPr/>
        </p:nvCxnSpPr>
        <p:spPr>
          <a:xfrm flipV="1">
            <a:off x="2258170" y="4587903"/>
            <a:ext cx="1237471" cy="1216549"/>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82949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C56CC-ED10-7C4D-CFCB-446E33737F39}"/>
            </a:ext>
          </a:extLst>
        </p:cNvPr>
        <p:cNvGrpSpPr/>
        <p:nvPr/>
      </p:nvGrpSpPr>
      <p:grpSpPr>
        <a:xfrm>
          <a:off x="0" y="0"/>
          <a:ext cx="0" cy="0"/>
          <a:chOff x="0" y="0"/>
          <a:chExt cx="0" cy="0"/>
        </a:xfrm>
      </p:grpSpPr>
      <p:sp>
        <p:nvSpPr>
          <p:cNvPr id="4" name="Flecha: cheurón 3">
            <a:extLst>
              <a:ext uri="{FF2B5EF4-FFF2-40B4-BE49-F238E27FC236}">
                <a16:creationId xmlns:a16="http://schemas.microsoft.com/office/drawing/2014/main" id="{D8A2DCBC-5ACC-9080-1492-FDECE3A66604}"/>
              </a:ext>
            </a:extLst>
          </p:cNvPr>
          <p:cNvSpPr/>
          <p:nvPr/>
        </p:nvSpPr>
        <p:spPr>
          <a:xfrm>
            <a:off x="31728014" y="110385"/>
            <a:ext cx="9688363" cy="455220"/>
          </a:xfrm>
          <a:prstGeom prst="chevron">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indent="0" algn="ctr"/>
            <a:r>
              <a:rPr lang="es-CO" sz="1600" b="1">
                <a:solidFill>
                  <a:schemeClr val="bg1"/>
                </a:solidFill>
                <a:latin typeface="+mn-lt"/>
                <a:ea typeface="+mn-ea"/>
                <a:cs typeface="+mn-cs"/>
              </a:rPr>
              <a:t>Etapa de Captura y Notificacion </a:t>
            </a:r>
          </a:p>
        </p:txBody>
      </p:sp>
      <p:sp>
        <p:nvSpPr>
          <p:cNvPr id="5" name="Flecha: cheurón 4">
            <a:extLst>
              <a:ext uri="{FF2B5EF4-FFF2-40B4-BE49-F238E27FC236}">
                <a16:creationId xmlns:a16="http://schemas.microsoft.com/office/drawing/2014/main" id="{9A214CB5-7D58-4425-7E9D-751F69C4531B}"/>
              </a:ext>
            </a:extLst>
          </p:cNvPr>
          <p:cNvSpPr/>
          <p:nvPr/>
        </p:nvSpPr>
        <p:spPr>
          <a:xfrm>
            <a:off x="41597124" y="115241"/>
            <a:ext cx="1790096" cy="461570"/>
          </a:xfrm>
          <a:prstGeom prst="chevron">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indent="0" algn="ctr"/>
            <a:r>
              <a:rPr lang="es-CO" sz="1600" b="1">
                <a:solidFill>
                  <a:schemeClr val="bg1"/>
                </a:solidFill>
                <a:latin typeface="+mn-lt"/>
                <a:ea typeface="+mn-ea"/>
                <a:cs typeface="+mn-cs"/>
              </a:rPr>
              <a:t>CIERRE</a:t>
            </a:r>
          </a:p>
        </p:txBody>
      </p:sp>
      <p:sp>
        <p:nvSpPr>
          <p:cNvPr id="8" name="Flecha: cheurón 7">
            <a:extLst>
              <a:ext uri="{FF2B5EF4-FFF2-40B4-BE49-F238E27FC236}">
                <a16:creationId xmlns:a16="http://schemas.microsoft.com/office/drawing/2014/main" id="{B00F9462-CB72-35CC-EE6E-D0CCCE34136D}"/>
              </a:ext>
            </a:extLst>
          </p:cNvPr>
          <p:cNvSpPr/>
          <p:nvPr/>
        </p:nvSpPr>
        <p:spPr>
          <a:xfrm>
            <a:off x="15928156" y="110385"/>
            <a:ext cx="3770691" cy="455220"/>
          </a:xfrm>
          <a:prstGeom prst="chevron">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a:solidFill>
                  <a:schemeClr val="bg1"/>
                </a:solidFill>
              </a:rPr>
              <a:t>Etapa</a:t>
            </a:r>
            <a:r>
              <a:rPr lang="es-CO" sz="1600" b="1" baseline="0">
                <a:solidFill>
                  <a:schemeClr val="bg1"/>
                </a:solidFill>
              </a:rPr>
              <a:t> de Modelado</a:t>
            </a:r>
          </a:p>
        </p:txBody>
      </p:sp>
      <p:sp>
        <p:nvSpPr>
          <p:cNvPr id="9" name="Flecha: cheurón 8">
            <a:extLst>
              <a:ext uri="{FF2B5EF4-FFF2-40B4-BE49-F238E27FC236}">
                <a16:creationId xmlns:a16="http://schemas.microsoft.com/office/drawing/2014/main" id="{C59EC308-DEB1-0ADA-6216-183A679174A1}"/>
              </a:ext>
            </a:extLst>
          </p:cNvPr>
          <p:cNvSpPr/>
          <p:nvPr/>
        </p:nvSpPr>
        <p:spPr>
          <a:xfrm>
            <a:off x="19929564" y="114618"/>
            <a:ext cx="3737882" cy="452045"/>
          </a:xfrm>
          <a:prstGeom prst="chevron">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a:solidFill>
                  <a:schemeClr val="bg1"/>
                </a:solidFill>
              </a:rPr>
              <a:t>Etapa</a:t>
            </a:r>
            <a:r>
              <a:rPr lang="es-CO" sz="1600" b="1" baseline="0">
                <a:solidFill>
                  <a:schemeClr val="bg1"/>
                </a:solidFill>
              </a:rPr>
              <a:t> de Conexiones</a:t>
            </a:r>
          </a:p>
        </p:txBody>
      </p:sp>
      <p:sp>
        <p:nvSpPr>
          <p:cNvPr id="10" name="Flecha: cheurón 9">
            <a:extLst>
              <a:ext uri="{FF2B5EF4-FFF2-40B4-BE49-F238E27FC236}">
                <a16:creationId xmlns:a16="http://schemas.microsoft.com/office/drawing/2014/main" id="{0F118156-EDF7-4D6F-B908-592D4D9E7E04}"/>
              </a:ext>
            </a:extLst>
          </p:cNvPr>
          <p:cNvSpPr/>
          <p:nvPr/>
        </p:nvSpPr>
        <p:spPr>
          <a:xfrm>
            <a:off x="23871704" y="114617"/>
            <a:ext cx="7699526" cy="458395"/>
          </a:xfrm>
          <a:prstGeom prst="chevron">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a:solidFill>
                  <a:schemeClr val="bg1"/>
                </a:solidFill>
              </a:rPr>
              <a:t>Etapa</a:t>
            </a:r>
            <a:r>
              <a:rPr lang="es-CO" sz="1600" b="1" baseline="0">
                <a:solidFill>
                  <a:schemeClr val="bg1"/>
                </a:solidFill>
              </a:rPr>
              <a:t> de Planos</a:t>
            </a:r>
          </a:p>
        </p:txBody>
      </p:sp>
      <p:sp>
        <p:nvSpPr>
          <p:cNvPr id="11" name="Flecha: cheurón 10">
            <a:extLst>
              <a:ext uri="{FF2B5EF4-FFF2-40B4-BE49-F238E27FC236}">
                <a16:creationId xmlns:a16="http://schemas.microsoft.com/office/drawing/2014/main" id="{08164757-AA15-8E2E-9A7F-1CD4844A474C}"/>
              </a:ext>
            </a:extLst>
          </p:cNvPr>
          <p:cNvSpPr/>
          <p:nvPr/>
        </p:nvSpPr>
        <p:spPr>
          <a:xfrm>
            <a:off x="113407" y="97204"/>
            <a:ext cx="2469538"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dirty="0">
                <a:solidFill>
                  <a:schemeClr val="bg1"/>
                </a:solidFill>
              </a:rPr>
              <a:t>COMERCIAL</a:t>
            </a:r>
          </a:p>
        </p:txBody>
      </p:sp>
      <p:sp>
        <p:nvSpPr>
          <p:cNvPr id="12" name="Flecha: cheurón 11">
            <a:extLst>
              <a:ext uri="{FF2B5EF4-FFF2-40B4-BE49-F238E27FC236}">
                <a16:creationId xmlns:a16="http://schemas.microsoft.com/office/drawing/2014/main" id="{34DA7D1A-4E4E-2DF5-C674-548E833A5D4F}"/>
              </a:ext>
            </a:extLst>
          </p:cNvPr>
          <p:cNvSpPr/>
          <p:nvPr/>
        </p:nvSpPr>
        <p:spPr>
          <a:xfrm>
            <a:off x="2445127" y="97204"/>
            <a:ext cx="2469538" cy="461570"/>
          </a:xfrm>
          <a:prstGeom prst="chevron">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dirty="0">
                <a:solidFill>
                  <a:schemeClr val="bg1"/>
                </a:solidFill>
              </a:rPr>
              <a:t>PM / PLANEACIÓN</a:t>
            </a:r>
          </a:p>
        </p:txBody>
      </p:sp>
      <p:sp>
        <p:nvSpPr>
          <p:cNvPr id="13" name="Flecha: cheurón 12">
            <a:extLst>
              <a:ext uri="{FF2B5EF4-FFF2-40B4-BE49-F238E27FC236}">
                <a16:creationId xmlns:a16="http://schemas.microsoft.com/office/drawing/2014/main" id="{920B9B6E-CD73-5506-1F84-4AC7FFB39025}"/>
              </a:ext>
            </a:extLst>
          </p:cNvPr>
          <p:cNvSpPr/>
          <p:nvPr/>
        </p:nvSpPr>
        <p:spPr>
          <a:xfrm>
            <a:off x="4776847" y="97204"/>
            <a:ext cx="2469538"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dirty="0">
                <a:solidFill>
                  <a:schemeClr val="bg1"/>
                </a:solidFill>
              </a:rPr>
              <a:t>DISEÑO ESTRUCTURAL</a:t>
            </a:r>
          </a:p>
        </p:txBody>
      </p:sp>
      <p:sp>
        <p:nvSpPr>
          <p:cNvPr id="14" name="Flecha: cheurón 13">
            <a:extLst>
              <a:ext uri="{FF2B5EF4-FFF2-40B4-BE49-F238E27FC236}">
                <a16:creationId xmlns:a16="http://schemas.microsoft.com/office/drawing/2014/main" id="{502097EF-D00E-3E9B-04AB-5DA386F7F5DB}"/>
              </a:ext>
            </a:extLst>
          </p:cNvPr>
          <p:cNvSpPr/>
          <p:nvPr/>
        </p:nvSpPr>
        <p:spPr>
          <a:xfrm>
            <a:off x="7191297" y="97204"/>
            <a:ext cx="2469538"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dirty="0">
                <a:solidFill>
                  <a:schemeClr val="bg1"/>
                </a:solidFill>
              </a:rPr>
              <a:t>INGENIERÍA</a:t>
            </a:r>
          </a:p>
        </p:txBody>
      </p:sp>
      <p:sp>
        <p:nvSpPr>
          <p:cNvPr id="15" name="Flecha: cheurón 14">
            <a:extLst>
              <a:ext uri="{FF2B5EF4-FFF2-40B4-BE49-F238E27FC236}">
                <a16:creationId xmlns:a16="http://schemas.microsoft.com/office/drawing/2014/main" id="{9565E564-8E2C-A713-4EBB-10AFBA7E4D27}"/>
              </a:ext>
            </a:extLst>
          </p:cNvPr>
          <p:cNvSpPr/>
          <p:nvPr/>
        </p:nvSpPr>
        <p:spPr>
          <a:xfrm>
            <a:off x="9609055" y="97204"/>
            <a:ext cx="2469538"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dirty="0">
                <a:solidFill>
                  <a:schemeClr val="bg1"/>
                </a:solidFill>
              </a:rPr>
              <a:t>FABRICACIÓN Y SUMINISTRO</a:t>
            </a:r>
          </a:p>
        </p:txBody>
      </p:sp>
      <p:sp>
        <p:nvSpPr>
          <p:cNvPr id="20" name="CuadroTexto 19">
            <a:extLst>
              <a:ext uri="{FF2B5EF4-FFF2-40B4-BE49-F238E27FC236}">
                <a16:creationId xmlns:a16="http://schemas.microsoft.com/office/drawing/2014/main" id="{725140A2-225F-931D-52AA-E6A0BF856A87}"/>
              </a:ext>
            </a:extLst>
          </p:cNvPr>
          <p:cNvSpPr txBox="1"/>
          <p:nvPr/>
        </p:nvSpPr>
        <p:spPr>
          <a:xfrm>
            <a:off x="113406" y="776050"/>
            <a:ext cx="8150653" cy="677108"/>
          </a:xfrm>
          <a:prstGeom prst="rect">
            <a:avLst/>
          </a:prstGeom>
          <a:noFill/>
        </p:spPr>
        <p:txBody>
          <a:bodyPr wrap="square" rtlCol="0">
            <a:spAutoFit/>
          </a:bodyPr>
          <a:lstStyle/>
          <a:p>
            <a:r>
              <a:rPr lang="es-MX" sz="2000" b="1" dirty="0">
                <a:solidFill>
                  <a:schemeClr val="accent1">
                    <a:lumMod val="50000"/>
                  </a:schemeClr>
                </a:solidFill>
              </a:rPr>
              <a:t>02 PLANEACIÓN DEL PROYECTO</a:t>
            </a:r>
            <a:r>
              <a:rPr lang="es-MX" dirty="0">
                <a:solidFill>
                  <a:schemeClr val="accent5">
                    <a:lumMod val="50000"/>
                  </a:schemeClr>
                </a:solidFill>
              </a:rPr>
              <a:t>, </a:t>
            </a:r>
          </a:p>
          <a:p>
            <a:r>
              <a:rPr lang="es-MX" dirty="0">
                <a:solidFill>
                  <a:schemeClr val="accent5">
                    <a:lumMod val="50000"/>
                  </a:schemeClr>
                </a:solidFill>
              </a:rPr>
              <a:t>ANÁLISIS Y RECOPILACIÓN DE INFORMACIÓN</a:t>
            </a:r>
          </a:p>
        </p:txBody>
      </p:sp>
      <p:sp>
        <p:nvSpPr>
          <p:cNvPr id="22" name="CuadroTexto 21">
            <a:extLst>
              <a:ext uri="{FF2B5EF4-FFF2-40B4-BE49-F238E27FC236}">
                <a16:creationId xmlns:a16="http://schemas.microsoft.com/office/drawing/2014/main" id="{2696E44F-6831-F7C7-959E-67C97355DC4D}"/>
              </a:ext>
            </a:extLst>
          </p:cNvPr>
          <p:cNvSpPr txBox="1"/>
          <p:nvPr/>
        </p:nvSpPr>
        <p:spPr>
          <a:xfrm>
            <a:off x="6778491" y="776050"/>
            <a:ext cx="4640908" cy="2031325"/>
          </a:xfrm>
          <a:prstGeom prst="rect">
            <a:avLst/>
          </a:prstGeom>
          <a:noFill/>
        </p:spPr>
        <p:txBody>
          <a:bodyPr wrap="square" rtlCol="0">
            <a:spAutoFit/>
          </a:bodyPr>
          <a:lstStyle/>
          <a:p>
            <a:r>
              <a:rPr lang="es-MX" b="1" dirty="0">
                <a:solidFill>
                  <a:schemeClr val="accent5">
                    <a:lumMod val="50000"/>
                  </a:schemeClr>
                </a:solidFill>
              </a:rPr>
              <a:t>EL PM O PLANEACIÓN TIENEN QUE IDENTIFICAR:</a:t>
            </a:r>
          </a:p>
          <a:p>
            <a:pPr marL="285750" indent="-285750">
              <a:buFont typeface="Arial" panose="020B0604020202020204" pitchFamily="34" charset="0"/>
              <a:buChar char="•"/>
            </a:pPr>
            <a:r>
              <a:rPr lang="es-MX" dirty="0">
                <a:solidFill>
                  <a:schemeClr val="accent5">
                    <a:lumMod val="50000"/>
                  </a:schemeClr>
                </a:solidFill>
              </a:rPr>
              <a:t>Areas y fases del proyecto</a:t>
            </a:r>
          </a:p>
          <a:p>
            <a:pPr marL="285750" indent="-285750">
              <a:buFont typeface="Arial" panose="020B0604020202020204" pitchFamily="34" charset="0"/>
              <a:buChar char="•"/>
            </a:pPr>
            <a:r>
              <a:rPr lang="es-MX" dirty="0">
                <a:solidFill>
                  <a:schemeClr val="accent5">
                    <a:lumMod val="50000"/>
                  </a:schemeClr>
                </a:solidFill>
              </a:rPr>
              <a:t>Fechas de suministro de cada área y fase</a:t>
            </a:r>
          </a:p>
          <a:p>
            <a:pPr marL="285750" indent="-285750">
              <a:buFont typeface="Arial" panose="020B0604020202020204" pitchFamily="34" charset="0"/>
              <a:buChar char="•"/>
            </a:pPr>
            <a:r>
              <a:rPr lang="es-MX" dirty="0">
                <a:solidFill>
                  <a:schemeClr val="accent5">
                    <a:lumMod val="50000"/>
                  </a:schemeClr>
                </a:solidFill>
              </a:rPr>
              <a:t>Tipo de diseño estructural (interno/externo)</a:t>
            </a:r>
          </a:p>
          <a:p>
            <a:pPr marL="285750" indent="-285750">
              <a:buFont typeface="Arial" panose="020B0604020202020204" pitchFamily="34" charset="0"/>
              <a:buChar char="•"/>
            </a:pPr>
            <a:r>
              <a:rPr lang="es-MX" dirty="0">
                <a:solidFill>
                  <a:schemeClr val="accent5">
                    <a:lumMod val="50000"/>
                  </a:schemeClr>
                </a:solidFill>
              </a:rPr>
              <a:t>Tiempos de entrega de diseño estructural</a:t>
            </a:r>
          </a:p>
          <a:p>
            <a:pPr marL="285750" indent="-285750">
              <a:buFont typeface="Arial" panose="020B0604020202020204" pitchFamily="34" charset="0"/>
              <a:buChar char="•"/>
            </a:pPr>
            <a:endParaRPr lang="es-MX" dirty="0">
              <a:solidFill>
                <a:schemeClr val="accent5">
                  <a:lumMod val="50000"/>
                </a:schemeClr>
              </a:solidFill>
            </a:endParaRPr>
          </a:p>
        </p:txBody>
      </p:sp>
      <p:pic>
        <p:nvPicPr>
          <p:cNvPr id="19" name="Imagen 18">
            <a:extLst>
              <a:ext uri="{FF2B5EF4-FFF2-40B4-BE49-F238E27FC236}">
                <a16:creationId xmlns:a16="http://schemas.microsoft.com/office/drawing/2014/main" id="{91F9256E-57CF-824E-B954-88728F0F983E}"/>
              </a:ext>
            </a:extLst>
          </p:cNvPr>
          <p:cNvPicPr>
            <a:picLocks noChangeAspect="1"/>
          </p:cNvPicPr>
          <p:nvPr/>
        </p:nvPicPr>
        <p:blipFill>
          <a:blip r:embed="rId2">
            <a:duotone>
              <a:schemeClr val="accent1">
                <a:shade val="45000"/>
                <a:satMod val="135000"/>
              </a:schemeClr>
              <a:prstClr val="white"/>
            </a:duotone>
          </a:blip>
          <a:srcRect t="-1" r="1116" b="913"/>
          <a:stretch>
            <a:fillRect/>
          </a:stretch>
        </p:blipFill>
        <p:spPr>
          <a:xfrm>
            <a:off x="222637" y="2965441"/>
            <a:ext cx="5001370" cy="2823109"/>
          </a:xfrm>
          <a:prstGeom prst="rect">
            <a:avLst/>
          </a:prstGeom>
        </p:spPr>
      </p:pic>
      <p:sp>
        <p:nvSpPr>
          <p:cNvPr id="2" name="CuadroTexto 1">
            <a:extLst>
              <a:ext uri="{FF2B5EF4-FFF2-40B4-BE49-F238E27FC236}">
                <a16:creationId xmlns:a16="http://schemas.microsoft.com/office/drawing/2014/main" id="{D1DB21E8-C6C2-538B-6D6E-7EEB866E65AF}"/>
              </a:ext>
            </a:extLst>
          </p:cNvPr>
          <p:cNvSpPr txBox="1"/>
          <p:nvPr/>
        </p:nvSpPr>
        <p:spPr>
          <a:xfrm>
            <a:off x="412235" y="1969648"/>
            <a:ext cx="2170710" cy="646331"/>
          </a:xfrm>
          <a:prstGeom prst="rect">
            <a:avLst/>
          </a:prstGeom>
          <a:noFill/>
          <a:ln>
            <a:noFill/>
          </a:ln>
        </p:spPr>
        <p:txBody>
          <a:bodyPr wrap="square" rtlCol="0">
            <a:spAutoFit/>
          </a:bodyPr>
          <a:lstStyle/>
          <a:p>
            <a:r>
              <a:rPr lang="es-MX" sz="1200" dirty="0">
                <a:solidFill>
                  <a:srgbClr val="00B0F0"/>
                </a:solidFill>
              </a:rPr>
              <a:t>Se identifican todas las áreas del contrato, se dividen en fases según su tamaño.</a:t>
            </a:r>
          </a:p>
        </p:txBody>
      </p:sp>
      <p:cxnSp>
        <p:nvCxnSpPr>
          <p:cNvPr id="6" name="Conector recto de flecha 5">
            <a:extLst>
              <a:ext uri="{FF2B5EF4-FFF2-40B4-BE49-F238E27FC236}">
                <a16:creationId xmlns:a16="http://schemas.microsoft.com/office/drawing/2014/main" id="{81073D37-0447-2283-B78D-BFB594760A2E}"/>
              </a:ext>
            </a:extLst>
          </p:cNvPr>
          <p:cNvCxnSpPr/>
          <p:nvPr/>
        </p:nvCxnSpPr>
        <p:spPr>
          <a:xfrm flipV="1">
            <a:off x="1057523" y="2615979"/>
            <a:ext cx="290653" cy="1327868"/>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pic>
        <p:nvPicPr>
          <p:cNvPr id="17" name="Imagen 16">
            <a:extLst>
              <a:ext uri="{FF2B5EF4-FFF2-40B4-BE49-F238E27FC236}">
                <a16:creationId xmlns:a16="http://schemas.microsoft.com/office/drawing/2014/main" id="{29ADAB89-B263-55AF-1C7C-4484A434663D}"/>
              </a:ext>
            </a:extLst>
          </p:cNvPr>
          <p:cNvPicPr>
            <a:picLocks noChangeAspect="1"/>
          </p:cNvPicPr>
          <p:nvPr/>
        </p:nvPicPr>
        <p:blipFill>
          <a:blip r:embed="rId3">
            <a:duotone>
              <a:schemeClr val="accent1">
                <a:shade val="45000"/>
                <a:satMod val="135000"/>
              </a:schemeClr>
              <a:prstClr val="white"/>
            </a:duotone>
          </a:blip>
          <a:srcRect l="39713" t="13489" b="34887"/>
          <a:stretch>
            <a:fillRect/>
          </a:stretch>
        </p:blipFill>
        <p:spPr>
          <a:xfrm>
            <a:off x="6967995" y="2807375"/>
            <a:ext cx="4035191" cy="1812898"/>
          </a:xfrm>
          <a:prstGeom prst="rect">
            <a:avLst/>
          </a:prstGeom>
        </p:spPr>
      </p:pic>
      <p:sp>
        <p:nvSpPr>
          <p:cNvPr id="7" name="CuadroTexto 6">
            <a:extLst>
              <a:ext uri="{FF2B5EF4-FFF2-40B4-BE49-F238E27FC236}">
                <a16:creationId xmlns:a16="http://schemas.microsoft.com/office/drawing/2014/main" id="{2EB592F5-F6BC-6D04-397F-98ECF3FFA301}"/>
              </a:ext>
            </a:extLst>
          </p:cNvPr>
          <p:cNvSpPr txBox="1"/>
          <p:nvPr/>
        </p:nvSpPr>
        <p:spPr>
          <a:xfrm>
            <a:off x="6967995" y="4539388"/>
            <a:ext cx="3670850" cy="461665"/>
          </a:xfrm>
          <a:prstGeom prst="rect">
            <a:avLst/>
          </a:prstGeom>
          <a:noFill/>
        </p:spPr>
        <p:txBody>
          <a:bodyPr wrap="square" rtlCol="0">
            <a:spAutoFit/>
          </a:bodyPr>
          <a:lstStyle/>
          <a:p>
            <a:r>
              <a:rPr lang="es-MX" sz="1200" dirty="0">
                <a:solidFill>
                  <a:schemeClr val="accent5">
                    <a:lumMod val="50000"/>
                  </a:schemeClr>
                </a:solidFill>
              </a:rPr>
              <a:t>El objetivo es poder llegar a un programa de suministros parecido a este, conciliado con el cliente</a:t>
            </a:r>
          </a:p>
        </p:txBody>
      </p:sp>
    </p:spTree>
    <p:extLst>
      <p:ext uri="{BB962C8B-B14F-4D97-AF65-F5344CB8AC3E}">
        <p14:creationId xmlns:p14="http://schemas.microsoft.com/office/powerpoint/2010/main" val="2239890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3AA2F-E9CE-91E2-AABA-48ED5635699C}"/>
            </a:ext>
          </a:extLst>
        </p:cNvPr>
        <p:cNvGrpSpPr/>
        <p:nvPr/>
      </p:nvGrpSpPr>
      <p:grpSpPr>
        <a:xfrm>
          <a:off x="0" y="0"/>
          <a:ext cx="0" cy="0"/>
          <a:chOff x="0" y="0"/>
          <a:chExt cx="0" cy="0"/>
        </a:xfrm>
      </p:grpSpPr>
      <p:sp>
        <p:nvSpPr>
          <p:cNvPr id="4" name="Flecha: cheurón 3">
            <a:extLst>
              <a:ext uri="{FF2B5EF4-FFF2-40B4-BE49-F238E27FC236}">
                <a16:creationId xmlns:a16="http://schemas.microsoft.com/office/drawing/2014/main" id="{C23340E3-EEF7-B337-0363-1F6B70E0DB4C}"/>
              </a:ext>
            </a:extLst>
          </p:cNvPr>
          <p:cNvSpPr/>
          <p:nvPr/>
        </p:nvSpPr>
        <p:spPr>
          <a:xfrm>
            <a:off x="31728014" y="110385"/>
            <a:ext cx="9688363" cy="455220"/>
          </a:xfrm>
          <a:prstGeom prst="chevron">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indent="0" algn="ctr"/>
            <a:r>
              <a:rPr lang="es-CO" sz="1600" b="1">
                <a:solidFill>
                  <a:schemeClr val="bg1"/>
                </a:solidFill>
                <a:latin typeface="+mn-lt"/>
                <a:ea typeface="+mn-ea"/>
                <a:cs typeface="+mn-cs"/>
              </a:rPr>
              <a:t>Etapa de Captura y Notificacion </a:t>
            </a:r>
          </a:p>
        </p:txBody>
      </p:sp>
      <p:sp>
        <p:nvSpPr>
          <p:cNvPr id="5" name="Flecha: cheurón 4">
            <a:extLst>
              <a:ext uri="{FF2B5EF4-FFF2-40B4-BE49-F238E27FC236}">
                <a16:creationId xmlns:a16="http://schemas.microsoft.com/office/drawing/2014/main" id="{B501044A-20BA-561D-BEB9-512FB02608BF}"/>
              </a:ext>
            </a:extLst>
          </p:cNvPr>
          <p:cNvSpPr/>
          <p:nvPr/>
        </p:nvSpPr>
        <p:spPr>
          <a:xfrm>
            <a:off x="41597124" y="115241"/>
            <a:ext cx="1790096" cy="461570"/>
          </a:xfrm>
          <a:prstGeom prst="chevron">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indent="0" algn="ctr"/>
            <a:r>
              <a:rPr lang="es-CO" sz="1600" b="1">
                <a:solidFill>
                  <a:schemeClr val="bg1"/>
                </a:solidFill>
                <a:latin typeface="+mn-lt"/>
                <a:ea typeface="+mn-ea"/>
                <a:cs typeface="+mn-cs"/>
              </a:rPr>
              <a:t>CIERRE</a:t>
            </a:r>
          </a:p>
        </p:txBody>
      </p:sp>
      <p:sp>
        <p:nvSpPr>
          <p:cNvPr id="8" name="Flecha: cheurón 7">
            <a:extLst>
              <a:ext uri="{FF2B5EF4-FFF2-40B4-BE49-F238E27FC236}">
                <a16:creationId xmlns:a16="http://schemas.microsoft.com/office/drawing/2014/main" id="{EA494728-4E86-88D0-DE77-5F9E047ED679}"/>
              </a:ext>
            </a:extLst>
          </p:cNvPr>
          <p:cNvSpPr/>
          <p:nvPr/>
        </p:nvSpPr>
        <p:spPr>
          <a:xfrm>
            <a:off x="15928156" y="110385"/>
            <a:ext cx="3770691" cy="455220"/>
          </a:xfrm>
          <a:prstGeom prst="chevron">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a:solidFill>
                  <a:schemeClr val="bg1"/>
                </a:solidFill>
              </a:rPr>
              <a:t>Etapa</a:t>
            </a:r>
            <a:r>
              <a:rPr lang="es-CO" sz="1600" b="1" baseline="0">
                <a:solidFill>
                  <a:schemeClr val="bg1"/>
                </a:solidFill>
              </a:rPr>
              <a:t> de Modelado</a:t>
            </a:r>
          </a:p>
        </p:txBody>
      </p:sp>
      <p:sp>
        <p:nvSpPr>
          <p:cNvPr id="9" name="Flecha: cheurón 8">
            <a:extLst>
              <a:ext uri="{FF2B5EF4-FFF2-40B4-BE49-F238E27FC236}">
                <a16:creationId xmlns:a16="http://schemas.microsoft.com/office/drawing/2014/main" id="{C553E451-5949-D3A0-5258-705E79F01FFE}"/>
              </a:ext>
            </a:extLst>
          </p:cNvPr>
          <p:cNvSpPr/>
          <p:nvPr/>
        </p:nvSpPr>
        <p:spPr>
          <a:xfrm>
            <a:off x="19929564" y="114618"/>
            <a:ext cx="3737882" cy="452045"/>
          </a:xfrm>
          <a:prstGeom prst="chevron">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a:solidFill>
                  <a:schemeClr val="bg1"/>
                </a:solidFill>
              </a:rPr>
              <a:t>Etapa</a:t>
            </a:r>
            <a:r>
              <a:rPr lang="es-CO" sz="1600" b="1" baseline="0">
                <a:solidFill>
                  <a:schemeClr val="bg1"/>
                </a:solidFill>
              </a:rPr>
              <a:t> de Conexiones</a:t>
            </a:r>
          </a:p>
        </p:txBody>
      </p:sp>
      <p:sp>
        <p:nvSpPr>
          <p:cNvPr id="10" name="Flecha: cheurón 9">
            <a:extLst>
              <a:ext uri="{FF2B5EF4-FFF2-40B4-BE49-F238E27FC236}">
                <a16:creationId xmlns:a16="http://schemas.microsoft.com/office/drawing/2014/main" id="{6A55B700-EEBC-00DF-4A73-B17BADDCC9E3}"/>
              </a:ext>
            </a:extLst>
          </p:cNvPr>
          <p:cNvSpPr/>
          <p:nvPr/>
        </p:nvSpPr>
        <p:spPr>
          <a:xfrm>
            <a:off x="23871704" y="114617"/>
            <a:ext cx="7699526" cy="458395"/>
          </a:xfrm>
          <a:prstGeom prst="chevron">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a:solidFill>
                  <a:schemeClr val="bg1"/>
                </a:solidFill>
              </a:rPr>
              <a:t>Etapa</a:t>
            </a:r>
            <a:r>
              <a:rPr lang="es-CO" sz="1600" b="1" baseline="0">
                <a:solidFill>
                  <a:schemeClr val="bg1"/>
                </a:solidFill>
              </a:rPr>
              <a:t> de Planos</a:t>
            </a:r>
          </a:p>
        </p:txBody>
      </p:sp>
      <p:sp>
        <p:nvSpPr>
          <p:cNvPr id="11" name="Flecha: cheurón 10">
            <a:extLst>
              <a:ext uri="{FF2B5EF4-FFF2-40B4-BE49-F238E27FC236}">
                <a16:creationId xmlns:a16="http://schemas.microsoft.com/office/drawing/2014/main" id="{231D3E81-FDFA-A7CA-F6C5-80A542E70768}"/>
              </a:ext>
            </a:extLst>
          </p:cNvPr>
          <p:cNvSpPr/>
          <p:nvPr/>
        </p:nvSpPr>
        <p:spPr>
          <a:xfrm>
            <a:off x="113407" y="97204"/>
            <a:ext cx="2469538"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dirty="0">
                <a:solidFill>
                  <a:schemeClr val="bg1"/>
                </a:solidFill>
              </a:rPr>
              <a:t>COMERCIAL</a:t>
            </a:r>
          </a:p>
        </p:txBody>
      </p:sp>
      <p:sp>
        <p:nvSpPr>
          <p:cNvPr id="12" name="Flecha: cheurón 11">
            <a:extLst>
              <a:ext uri="{FF2B5EF4-FFF2-40B4-BE49-F238E27FC236}">
                <a16:creationId xmlns:a16="http://schemas.microsoft.com/office/drawing/2014/main" id="{61031067-D87F-1A7F-4FEA-C0912D97B599}"/>
              </a:ext>
            </a:extLst>
          </p:cNvPr>
          <p:cNvSpPr/>
          <p:nvPr/>
        </p:nvSpPr>
        <p:spPr>
          <a:xfrm>
            <a:off x="2445127" y="97204"/>
            <a:ext cx="2469538"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dirty="0">
                <a:solidFill>
                  <a:schemeClr val="bg1"/>
                </a:solidFill>
              </a:rPr>
              <a:t>PM / PLANEACIÓN</a:t>
            </a:r>
          </a:p>
        </p:txBody>
      </p:sp>
      <p:sp>
        <p:nvSpPr>
          <p:cNvPr id="13" name="Flecha: cheurón 12">
            <a:extLst>
              <a:ext uri="{FF2B5EF4-FFF2-40B4-BE49-F238E27FC236}">
                <a16:creationId xmlns:a16="http://schemas.microsoft.com/office/drawing/2014/main" id="{E9D7C66C-EE8F-BB6C-4362-23206E91F6E3}"/>
              </a:ext>
            </a:extLst>
          </p:cNvPr>
          <p:cNvSpPr/>
          <p:nvPr/>
        </p:nvSpPr>
        <p:spPr>
          <a:xfrm>
            <a:off x="4776847" y="97204"/>
            <a:ext cx="2469538" cy="461570"/>
          </a:xfrm>
          <a:prstGeom prst="chevron">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dirty="0">
                <a:solidFill>
                  <a:schemeClr val="bg1"/>
                </a:solidFill>
              </a:rPr>
              <a:t>DISEÑO ESTRUCTURAL</a:t>
            </a:r>
          </a:p>
        </p:txBody>
      </p:sp>
      <p:sp>
        <p:nvSpPr>
          <p:cNvPr id="14" name="Flecha: cheurón 13">
            <a:extLst>
              <a:ext uri="{FF2B5EF4-FFF2-40B4-BE49-F238E27FC236}">
                <a16:creationId xmlns:a16="http://schemas.microsoft.com/office/drawing/2014/main" id="{D240F733-952E-796D-E398-7FA3F3519CD1}"/>
              </a:ext>
            </a:extLst>
          </p:cNvPr>
          <p:cNvSpPr/>
          <p:nvPr/>
        </p:nvSpPr>
        <p:spPr>
          <a:xfrm>
            <a:off x="7191297" y="97204"/>
            <a:ext cx="2469538"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dirty="0">
                <a:solidFill>
                  <a:schemeClr val="bg1"/>
                </a:solidFill>
              </a:rPr>
              <a:t>INGENIERÍA</a:t>
            </a:r>
          </a:p>
        </p:txBody>
      </p:sp>
      <p:sp>
        <p:nvSpPr>
          <p:cNvPr id="15" name="Flecha: cheurón 14">
            <a:extLst>
              <a:ext uri="{FF2B5EF4-FFF2-40B4-BE49-F238E27FC236}">
                <a16:creationId xmlns:a16="http://schemas.microsoft.com/office/drawing/2014/main" id="{754BF048-72EB-B75C-EA94-1FE473510D67}"/>
              </a:ext>
            </a:extLst>
          </p:cNvPr>
          <p:cNvSpPr/>
          <p:nvPr/>
        </p:nvSpPr>
        <p:spPr>
          <a:xfrm>
            <a:off x="9609055" y="97204"/>
            <a:ext cx="2469538"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dirty="0">
                <a:solidFill>
                  <a:schemeClr val="bg1"/>
                </a:solidFill>
              </a:rPr>
              <a:t>FABRICACIÓN Y SUMINISTRO</a:t>
            </a:r>
          </a:p>
        </p:txBody>
      </p:sp>
      <p:sp>
        <p:nvSpPr>
          <p:cNvPr id="20" name="CuadroTexto 19">
            <a:extLst>
              <a:ext uri="{FF2B5EF4-FFF2-40B4-BE49-F238E27FC236}">
                <a16:creationId xmlns:a16="http://schemas.microsoft.com/office/drawing/2014/main" id="{0184D865-75AF-357E-2CC0-8BA96B36331D}"/>
              </a:ext>
            </a:extLst>
          </p:cNvPr>
          <p:cNvSpPr txBox="1"/>
          <p:nvPr/>
        </p:nvSpPr>
        <p:spPr>
          <a:xfrm>
            <a:off x="113406" y="776050"/>
            <a:ext cx="8150653" cy="677108"/>
          </a:xfrm>
          <a:prstGeom prst="rect">
            <a:avLst/>
          </a:prstGeom>
          <a:noFill/>
        </p:spPr>
        <p:txBody>
          <a:bodyPr wrap="square" rtlCol="0">
            <a:spAutoFit/>
          </a:bodyPr>
          <a:lstStyle/>
          <a:p>
            <a:r>
              <a:rPr lang="es-MX" sz="2000" b="1" dirty="0">
                <a:solidFill>
                  <a:schemeClr val="accent1">
                    <a:lumMod val="50000"/>
                  </a:schemeClr>
                </a:solidFill>
              </a:rPr>
              <a:t>03 DISEÑO ESTRUCTURAL</a:t>
            </a:r>
            <a:r>
              <a:rPr lang="es-MX" dirty="0">
                <a:solidFill>
                  <a:schemeClr val="accent5">
                    <a:lumMod val="50000"/>
                  </a:schemeClr>
                </a:solidFill>
              </a:rPr>
              <a:t>, </a:t>
            </a:r>
          </a:p>
          <a:p>
            <a:r>
              <a:rPr lang="es-MX" dirty="0">
                <a:solidFill>
                  <a:schemeClr val="accent5">
                    <a:lumMod val="50000"/>
                  </a:schemeClr>
                </a:solidFill>
              </a:rPr>
              <a:t>DEFINICIÓN DE TIEMPOS DE ENTREGA DE PLANOS</a:t>
            </a:r>
          </a:p>
        </p:txBody>
      </p:sp>
      <p:sp>
        <p:nvSpPr>
          <p:cNvPr id="7" name="CuadroTexto 6">
            <a:extLst>
              <a:ext uri="{FF2B5EF4-FFF2-40B4-BE49-F238E27FC236}">
                <a16:creationId xmlns:a16="http://schemas.microsoft.com/office/drawing/2014/main" id="{7AFC437C-8F45-DCBA-0772-89192F755FF1}"/>
              </a:ext>
            </a:extLst>
          </p:cNvPr>
          <p:cNvSpPr txBox="1"/>
          <p:nvPr/>
        </p:nvSpPr>
        <p:spPr>
          <a:xfrm>
            <a:off x="6872580" y="2736502"/>
            <a:ext cx="3670850" cy="1938992"/>
          </a:xfrm>
          <a:prstGeom prst="rect">
            <a:avLst/>
          </a:prstGeom>
          <a:noFill/>
        </p:spPr>
        <p:txBody>
          <a:bodyPr wrap="square" rtlCol="0">
            <a:spAutoFit/>
          </a:bodyPr>
          <a:lstStyle/>
          <a:p>
            <a:r>
              <a:rPr lang="es-MX" sz="1200" dirty="0">
                <a:solidFill>
                  <a:schemeClr val="accent5">
                    <a:lumMod val="50000"/>
                  </a:schemeClr>
                </a:solidFill>
              </a:rPr>
              <a:t>Las entregas por lo general se marcan como un hito (un solo día), y casi siempre se hace una entrega por semana. </a:t>
            </a:r>
          </a:p>
          <a:p>
            <a:r>
              <a:rPr lang="es-MX" sz="1200" dirty="0">
                <a:solidFill>
                  <a:schemeClr val="accent5">
                    <a:lumMod val="50000"/>
                  </a:schemeClr>
                </a:solidFill>
              </a:rPr>
              <a:t>El plano que detona el arranque de Ingeniería de Detalle, es el plano de DISEÑO DE CONEXIONES. Si no se cuenta con ese plano, se puede avanzar, pero no se puede terminar nada.</a:t>
            </a:r>
          </a:p>
          <a:p>
            <a:r>
              <a:rPr lang="es-MX" sz="1200" dirty="0">
                <a:solidFill>
                  <a:schemeClr val="accent5">
                    <a:lumMod val="50000"/>
                  </a:schemeClr>
                </a:solidFill>
              </a:rPr>
              <a:t>Proyectos o Diseño Estructural siempre manda un programa de entregas </a:t>
            </a:r>
            <a:r>
              <a:rPr lang="es-MX" sz="1200" b="1" dirty="0">
                <a:solidFill>
                  <a:schemeClr val="accent5">
                    <a:lumMod val="50000"/>
                  </a:schemeClr>
                </a:solidFill>
              </a:rPr>
              <a:t>POR AREA, </a:t>
            </a:r>
            <a:r>
              <a:rPr lang="es-MX" sz="1200" dirty="0">
                <a:solidFill>
                  <a:schemeClr val="accent5">
                    <a:lumMod val="50000"/>
                  </a:schemeClr>
                </a:solidFill>
              </a:rPr>
              <a:t>con su desglose de planos aplicables para cada área.</a:t>
            </a:r>
          </a:p>
        </p:txBody>
      </p:sp>
      <p:sp>
        <p:nvSpPr>
          <p:cNvPr id="16" name="CuadroTexto 15">
            <a:extLst>
              <a:ext uri="{FF2B5EF4-FFF2-40B4-BE49-F238E27FC236}">
                <a16:creationId xmlns:a16="http://schemas.microsoft.com/office/drawing/2014/main" id="{27ADA01E-72E4-2330-FC72-B1F9829D9F52}"/>
              </a:ext>
            </a:extLst>
          </p:cNvPr>
          <p:cNvSpPr txBox="1"/>
          <p:nvPr/>
        </p:nvSpPr>
        <p:spPr>
          <a:xfrm>
            <a:off x="135939" y="1554325"/>
            <a:ext cx="4640908" cy="3416320"/>
          </a:xfrm>
          <a:prstGeom prst="rect">
            <a:avLst/>
          </a:prstGeom>
          <a:noFill/>
        </p:spPr>
        <p:txBody>
          <a:bodyPr wrap="square" rtlCol="0">
            <a:spAutoFit/>
          </a:bodyPr>
          <a:lstStyle/>
          <a:p>
            <a:r>
              <a:rPr lang="es-MX" b="1" dirty="0">
                <a:solidFill>
                  <a:schemeClr val="accent5">
                    <a:lumMod val="50000"/>
                  </a:schemeClr>
                </a:solidFill>
              </a:rPr>
              <a:t>Diseño estructural entrega por Area y por tipo de plano:</a:t>
            </a:r>
          </a:p>
          <a:p>
            <a:pPr marL="285750" indent="-285750">
              <a:buFont typeface="Arial" panose="020B0604020202020204" pitchFamily="34" charset="0"/>
              <a:buChar char="•"/>
            </a:pPr>
            <a:r>
              <a:rPr lang="es-MX" b="1" dirty="0">
                <a:solidFill>
                  <a:schemeClr val="accent5">
                    <a:lumMod val="50000"/>
                  </a:schemeClr>
                </a:solidFill>
              </a:rPr>
              <a:t>EDIFICIO A</a:t>
            </a:r>
          </a:p>
          <a:p>
            <a:pPr marL="742950" lvl="1" indent="-285750">
              <a:buFont typeface="Arial" panose="020B0604020202020204" pitchFamily="34" charset="0"/>
              <a:buChar char="•"/>
            </a:pPr>
            <a:r>
              <a:rPr lang="es-MX" dirty="0">
                <a:solidFill>
                  <a:schemeClr val="accent5">
                    <a:lumMod val="50000"/>
                  </a:schemeClr>
                </a:solidFill>
              </a:rPr>
              <a:t>Planta de cimentación y trazo</a:t>
            </a:r>
          </a:p>
          <a:p>
            <a:pPr marL="742950" lvl="1" indent="-285750">
              <a:buFont typeface="Arial" panose="020B0604020202020204" pitchFamily="34" charset="0"/>
              <a:buChar char="•"/>
            </a:pPr>
            <a:r>
              <a:rPr lang="es-MX" dirty="0">
                <a:solidFill>
                  <a:schemeClr val="accent5">
                    <a:lumMod val="50000"/>
                  </a:schemeClr>
                </a:solidFill>
              </a:rPr>
              <a:t>Planta estructural</a:t>
            </a:r>
          </a:p>
          <a:p>
            <a:pPr marL="742950" lvl="1" indent="-285750">
              <a:buFont typeface="Arial" panose="020B0604020202020204" pitchFamily="34" charset="0"/>
              <a:buChar char="•"/>
            </a:pPr>
            <a:r>
              <a:rPr lang="es-MX" dirty="0">
                <a:solidFill>
                  <a:schemeClr val="accent5">
                    <a:lumMod val="50000"/>
                  </a:schemeClr>
                </a:solidFill>
              </a:rPr>
              <a:t>Planta de </a:t>
            </a:r>
            <a:r>
              <a:rPr lang="es-MX" dirty="0" err="1">
                <a:solidFill>
                  <a:schemeClr val="accent5">
                    <a:lumMod val="50000"/>
                  </a:schemeClr>
                </a:solidFill>
              </a:rPr>
              <a:t>Joist</a:t>
            </a:r>
            <a:endParaRPr lang="es-MX" dirty="0">
              <a:solidFill>
                <a:schemeClr val="accent5">
                  <a:lumMod val="50000"/>
                </a:schemeClr>
              </a:solidFill>
            </a:endParaRPr>
          </a:p>
          <a:p>
            <a:pPr marL="742950" lvl="1" indent="-285750">
              <a:buFont typeface="Arial" panose="020B0604020202020204" pitchFamily="34" charset="0"/>
              <a:buChar char="•"/>
            </a:pPr>
            <a:r>
              <a:rPr lang="es-MX" dirty="0">
                <a:solidFill>
                  <a:schemeClr val="accent5">
                    <a:lumMod val="50000"/>
                  </a:schemeClr>
                </a:solidFill>
              </a:rPr>
              <a:t>Diseño de Armaduras</a:t>
            </a:r>
          </a:p>
          <a:p>
            <a:pPr marL="742950" lvl="1" indent="-285750">
              <a:buFont typeface="Arial" panose="020B0604020202020204" pitchFamily="34" charset="0"/>
              <a:buChar char="•"/>
            </a:pPr>
            <a:r>
              <a:rPr lang="es-MX" dirty="0">
                <a:solidFill>
                  <a:schemeClr val="accent5">
                    <a:lumMod val="50000"/>
                  </a:schemeClr>
                </a:solidFill>
              </a:rPr>
              <a:t>Diseño de Conexiones</a:t>
            </a:r>
          </a:p>
          <a:p>
            <a:pPr marL="742950" lvl="1" indent="-285750">
              <a:buFont typeface="Arial" panose="020B0604020202020204" pitchFamily="34" charset="0"/>
              <a:buChar char="•"/>
            </a:pPr>
            <a:r>
              <a:rPr lang="es-MX" dirty="0">
                <a:solidFill>
                  <a:schemeClr val="accent5">
                    <a:lumMod val="50000"/>
                  </a:schemeClr>
                </a:solidFill>
              </a:rPr>
              <a:t>Fachadas Estructurales</a:t>
            </a:r>
          </a:p>
          <a:p>
            <a:pPr marL="742950" lvl="1" indent="-285750">
              <a:buFont typeface="Arial" panose="020B0604020202020204" pitchFamily="34" charset="0"/>
              <a:buChar char="•"/>
            </a:pPr>
            <a:r>
              <a:rPr lang="es-MX" dirty="0">
                <a:solidFill>
                  <a:schemeClr val="accent5">
                    <a:lumMod val="50000"/>
                  </a:schemeClr>
                </a:solidFill>
              </a:rPr>
              <a:t>Elevaciones / Diseño de embebidos</a:t>
            </a:r>
          </a:p>
          <a:p>
            <a:pPr marL="742950" lvl="1" indent="-285750">
              <a:buFont typeface="Arial" panose="020B0604020202020204" pitchFamily="34" charset="0"/>
              <a:buChar char="•"/>
            </a:pPr>
            <a:r>
              <a:rPr lang="es-MX" dirty="0">
                <a:solidFill>
                  <a:schemeClr val="accent5">
                    <a:lumMod val="50000"/>
                  </a:schemeClr>
                </a:solidFill>
              </a:rPr>
              <a:t>Planta de Cubierta</a:t>
            </a:r>
          </a:p>
          <a:p>
            <a:pPr marL="742950" lvl="1" indent="-285750">
              <a:buFont typeface="Arial" panose="020B0604020202020204" pitchFamily="34" charset="0"/>
              <a:buChar char="•"/>
            </a:pPr>
            <a:r>
              <a:rPr lang="es-MX" dirty="0">
                <a:solidFill>
                  <a:schemeClr val="accent5">
                    <a:lumMod val="50000"/>
                  </a:schemeClr>
                </a:solidFill>
              </a:rPr>
              <a:t>Detalles de Cubierta</a:t>
            </a:r>
          </a:p>
        </p:txBody>
      </p:sp>
      <p:sp>
        <p:nvSpPr>
          <p:cNvPr id="21" name="CuadroTexto 20">
            <a:extLst>
              <a:ext uri="{FF2B5EF4-FFF2-40B4-BE49-F238E27FC236}">
                <a16:creationId xmlns:a16="http://schemas.microsoft.com/office/drawing/2014/main" id="{0EE7F5D3-7611-284B-DA7F-CEAD686EDB6C}"/>
              </a:ext>
            </a:extLst>
          </p:cNvPr>
          <p:cNvSpPr txBox="1"/>
          <p:nvPr/>
        </p:nvSpPr>
        <p:spPr>
          <a:xfrm>
            <a:off x="113406" y="4970645"/>
            <a:ext cx="4016167" cy="2031325"/>
          </a:xfrm>
          <a:prstGeom prst="rect">
            <a:avLst/>
          </a:prstGeom>
          <a:noFill/>
        </p:spPr>
        <p:txBody>
          <a:bodyPr wrap="square">
            <a:spAutoFit/>
          </a:bodyPr>
          <a:lstStyle/>
          <a:p>
            <a:pPr marL="285750" indent="-285750">
              <a:buFont typeface="Arial" panose="020B0604020202020204" pitchFamily="34" charset="0"/>
              <a:buChar char="•"/>
            </a:pPr>
            <a:r>
              <a:rPr lang="es-MX" b="1" dirty="0">
                <a:solidFill>
                  <a:schemeClr val="accent5">
                    <a:lumMod val="50000"/>
                  </a:schemeClr>
                </a:solidFill>
              </a:rPr>
              <a:t>EDIFICIO B</a:t>
            </a:r>
          </a:p>
          <a:p>
            <a:pPr marL="742950" lvl="1" indent="-285750">
              <a:buFont typeface="Arial" panose="020B0604020202020204" pitchFamily="34" charset="0"/>
              <a:buChar char="•"/>
            </a:pPr>
            <a:r>
              <a:rPr lang="es-MX" dirty="0">
                <a:solidFill>
                  <a:schemeClr val="accent5">
                    <a:lumMod val="50000"/>
                  </a:schemeClr>
                </a:solidFill>
              </a:rPr>
              <a:t>Planta de cimentación y trazo</a:t>
            </a:r>
          </a:p>
          <a:p>
            <a:pPr marL="742950" lvl="1" indent="-285750">
              <a:buFont typeface="Arial" panose="020B0604020202020204" pitchFamily="34" charset="0"/>
              <a:buChar char="•"/>
            </a:pPr>
            <a:r>
              <a:rPr lang="es-MX" dirty="0">
                <a:solidFill>
                  <a:schemeClr val="accent5">
                    <a:lumMod val="50000"/>
                  </a:schemeClr>
                </a:solidFill>
              </a:rPr>
              <a:t>Planta estructural</a:t>
            </a:r>
          </a:p>
          <a:p>
            <a:pPr marL="742950" lvl="1" indent="-285750">
              <a:buFont typeface="Arial" panose="020B0604020202020204" pitchFamily="34" charset="0"/>
              <a:buChar char="•"/>
            </a:pPr>
            <a:r>
              <a:rPr lang="es-MX" dirty="0">
                <a:solidFill>
                  <a:schemeClr val="accent5">
                    <a:lumMod val="50000"/>
                  </a:schemeClr>
                </a:solidFill>
              </a:rPr>
              <a:t>Planta de </a:t>
            </a:r>
            <a:r>
              <a:rPr lang="es-MX" dirty="0" err="1">
                <a:solidFill>
                  <a:schemeClr val="accent5">
                    <a:lumMod val="50000"/>
                  </a:schemeClr>
                </a:solidFill>
              </a:rPr>
              <a:t>Joist</a:t>
            </a:r>
            <a:endParaRPr lang="es-MX" dirty="0">
              <a:solidFill>
                <a:schemeClr val="accent5">
                  <a:lumMod val="50000"/>
                </a:schemeClr>
              </a:solidFill>
            </a:endParaRPr>
          </a:p>
          <a:p>
            <a:pPr marL="742950" lvl="1" indent="-285750">
              <a:buFont typeface="Arial" panose="020B0604020202020204" pitchFamily="34" charset="0"/>
              <a:buChar char="•"/>
            </a:pPr>
            <a:r>
              <a:rPr lang="es-MX" dirty="0">
                <a:solidFill>
                  <a:schemeClr val="accent5">
                    <a:lumMod val="50000"/>
                  </a:schemeClr>
                </a:solidFill>
              </a:rPr>
              <a:t>Diseño de Armaduras</a:t>
            </a:r>
          </a:p>
          <a:p>
            <a:pPr marL="742950" lvl="1" indent="-285750">
              <a:buFont typeface="Arial" panose="020B0604020202020204" pitchFamily="34" charset="0"/>
              <a:buChar char="•"/>
            </a:pPr>
            <a:r>
              <a:rPr lang="es-MX" dirty="0">
                <a:solidFill>
                  <a:schemeClr val="accent5">
                    <a:lumMod val="50000"/>
                  </a:schemeClr>
                </a:solidFill>
              </a:rPr>
              <a:t>Diseño de Conexiones</a:t>
            </a:r>
          </a:p>
          <a:p>
            <a:pPr marL="742950" lvl="1" indent="-285750">
              <a:buFont typeface="Arial" panose="020B0604020202020204" pitchFamily="34" charset="0"/>
              <a:buChar char="•"/>
            </a:pPr>
            <a:endParaRPr lang="es-MX" dirty="0"/>
          </a:p>
        </p:txBody>
      </p:sp>
    </p:spTree>
    <p:extLst>
      <p:ext uri="{BB962C8B-B14F-4D97-AF65-F5344CB8AC3E}">
        <p14:creationId xmlns:p14="http://schemas.microsoft.com/office/powerpoint/2010/main" val="3512698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5C5EE-6A23-0885-715E-8C9648A1CB55}"/>
            </a:ext>
          </a:extLst>
        </p:cNvPr>
        <p:cNvGrpSpPr/>
        <p:nvPr/>
      </p:nvGrpSpPr>
      <p:grpSpPr>
        <a:xfrm>
          <a:off x="0" y="0"/>
          <a:ext cx="0" cy="0"/>
          <a:chOff x="0" y="0"/>
          <a:chExt cx="0" cy="0"/>
        </a:xfrm>
      </p:grpSpPr>
      <p:sp>
        <p:nvSpPr>
          <p:cNvPr id="4" name="Flecha: cheurón 3">
            <a:extLst>
              <a:ext uri="{FF2B5EF4-FFF2-40B4-BE49-F238E27FC236}">
                <a16:creationId xmlns:a16="http://schemas.microsoft.com/office/drawing/2014/main" id="{E8A25BE3-A688-4056-8291-AF5664D78A85}"/>
              </a:ext>
            </a:extLst>
          </p:cNvPr>
          <p:cNvSpPr/>
          <p:nvPr/>
        </p:nvSpPr>
        <p:spPr>
          <a:xfrm>
            <a:off x="31728014" y="110385"/>
            <a:ext cx="9688363" cy="455220"/>
          </a:xfrm>
          <a:prstGeom prst="chevron">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indent="0" algn="ctr"/>
            <a:r>
              <a:rPr lang="es-CO" sz="1600" b="1">
                <a:solidFill>
                  <a:schemeClr val="bg1"/>
                </a:solidFill>
                <a:latin typeface="+mn-lt"/>
                <a:ea typeface="+mn-ea"/>
                <a:cs typeface="+mn-cs"/>
              </a:rPr>
              <a:t>Etapa de Captura y Notificacion </a:t>
            </a:r>
          </a:p>
        </p:txBody>
      </p:sp>
      <p:sp>
        <p:nvSpPr>
          <p:cNvPr id="5" name="Flecha: cheurón 4">
            <a:extLst>
              <a:ext uri="{FF2B5EF4-FFF2-40B4-BE49-F238E27FC236}">
                <a16:creationId xmlns:a16="http://schemas.microsoft.com/office/drawing/2014/main" id="{7A5EA5F2-82D3-2BED-8F26-41DECF620955}"/>
              </a:ext>
            </a:extLst>
          </p:cNvPr>
          <p:cNvSpPr/>
          <p:nvPr/>
        </p:nvSpPr>
        <p:spPr>
          <a:xfrm>
            <a:off x="41597124" y="115241"/>
            <a:ext cx="1790096" cy="461570"/>
          </a:xfrm>
          <a:prstGeom prst="chevron">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indent="0" algn="ctr"/>
            <a:r>
              <a:rPr lang="es-CO" sz="1600" b="1">
                <a:solidFill>
                  <a:schemeClr val="bg1"/>
                </a:solidFill>
                <a:latin typeface="+mn-lt"/>
                <a:ea typeface="+mn-ea"/>
                <a:cs typeface="+mn-cs"/>
              </a:rPr>
              <a:t>CIERRE</a:t>
            </a:r>
          </a:p>
        </p:txBody>
      </p:sp>
      <p:sp>
        <p:nvSpPr>
          <p:cNvPr id="8" name="Flecha: cheurón 7">
            <a:extLst>
              <a:ext uri="{FF2B5EF4-FFF2-40B4-BE49-F238E27FC236}">
                <a16:creationId xmlns:a16="http://schemas.microsoft.com/office/drawing/2014/main" id="{2A9E91F0-083E-0E7F-71F0-FEA1D8D84622}"/>
              </a:ext>
            </a:extLst>
          </p:cNvPr>
          <p:cNvSpPr/>
          <p:nvPr/>
        </p:nvSpPr>
        <p:spPr>
          <a:xfrm>
            <a:off x="15928156" y="110385"/>
            <a:ext cx="3770691" cy="455220"/>
          </a:xfrm>
          <a:prstGeom prst="chevron">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a:solidFill>
                  <a:schemeClr val="bg1"/>
                </a:solidFill>
              </a:rPr>
              <a:t>Etapa</a:t>
            </a:r>
            <a:r>
              <a:rPr lang="es-CO" sz="1600" b="1" baseline="0">
                <a:solidFill>
                  <a:schemeClr val="bg1"/>
                </a:solidFill>
              </a:rPr>
              <a:t> de Modelado</a:t>
            </a:r>
          </a:p>
        </p:txBody>
      </p:sp>
      <p:sp>
        <p:nvSpPr>
          <p:cNvPr id="9" name="Flecha: cheurón 8">
            <a:extLst>
              <a:ext uri="{FF2B5EF4-FFF2-40B4-BE49-F238E27FC236}">
                <a16:creationId xmlns:a16="http://schemas.microsoft.com/office/drawing/2014/main" id="{EBA07E4D-0410-5F38-A70D-9F93F3B02038}"/>
              </a:ext>
            </a:extLst>
          </p:cNvPr>
          <p:cNvSpPr/>
          <p:nvPr/>
        </p:nvSpPr>
        <p:spPr>
          <a:xfrm>
            <a:off x="19929564" y="114618"/>
            <a:ext cx="3737882" cy="452045"/>
          </a:xfrm>
          <a:prstGeom prst="chevron">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a:solidFill>
                  <a:schemeClr val="bg1"/>
                </a:solidFill>
              </a:rPr>
              <a:t>Etapa</a:t>
            </a:r>
            <a:r>
              <a:rPr lang="es-CO" sz="1600" b="1" baseline="0">
                <a:solidFill>
                  <a:schemeClr val="bg1"/>
                </a:solidFill>
              </a:rPr>
              <a:t> de Conexiones</a:t>
            </a:r>
          </a:p>
        </p:txBody>
      </p:sp>
      <p:sp>
        <p:nvSpPr>
          <p:cNvPr id="10" name="Flecha: cheurón 9">
            <a:extLst>
              <a:ext uri="{FF2B5EF4-FFF2-40B4-BE49-F238E27FC236}">
                <a16:creationId xmlns:a16="http://schemas.microsoft.com/office/drawing/2014/main" id="{DAC1AE6A-8124-D8E4-7133-7D212BEC57EB}"/>
              </a:ext>
            </a:extLst>
          </p:cNvPr>
          <p:cNvSpPr/>
          <p:nvPr/>
        </p:nvSpPr>
        <p:spPr>
          <a:xfrm>
            <a:off x="23871704" y="114617"/>
            <a:ext cx="7699526" cy="458395"/>
          </a:xfrm>
          <a:prstGeom prst="chevron">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a:solidFill>
                  <a:schemeClr val="bg1"/>
                </a:solidFill>
              </a:rPr>
              <a:t>Etapa</a:t>
            </a:r>
            <a:r>
              <a:rPr lang="es-CO" sz="1600" b="1" baseline="0">
                <a:solidFill>
                  <a:schemeClr val="bg1"/>
                </a:solidFill>
              </a:rPr>
              <a:t> de Planos</a:t>
            </a:r>
          </a:p>
        </p:txBody>
      </p:sp>
      <p:sp>
        <p:nvSpPr>
          <p:cNvPr id="11" name="Flecha: cheurón 10">
            <a:extLst>
              <a:ext uri="{FF2B5EF4-FFF2-40B4-BE49-F238E27FC236}">
                <a16:creationId xmlns:a16="http://schemas.microsoft.com/office/drawing/2014/main" id="{AE016DE0-C0F0-A1E9-56DD-DB336AB7FB20}"/>
              </a:ext>
            </a:extLst>
          </p:cNvPr>
          <p:cNvSpPr/>
          <p:nvPr/>
        </p:nvSpPr>
        <p:spPr>
          <a:xfrm>
            <a:off x="113407" y="97204"/>
            <a:ext cx="2469538"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dirty="0">
                <a:solidFill>
                  <a:schemeClr val="bg1"/>
                </a:solidFill>
              </a:rPr>
              <a:t>COMERCIAL</a:t>
            </a:r>
          </a:p>
        </p:txBody>
      </p:sp>
      <p:sp>
        <p:nvSpPr>
          <p:cNvPr id="12" name="Flecha: cheurón 11">
            <a:extLst>
              <a:ext uri="{FF2B5EF4-FFF2-40B4-BE49-F238E27FC236}">
                <a16:creationId xmlns:a16="http://schemas.microsoft.com/office/drawing/2014/main" id="{BCAC3272-068F-0603-4330-5BD1A67831AB}"/>
              </a:ext>
            </a:extLst>
          </p:cNvPr>
          <p:cNvSpPr/>
          <p:nvPr/>
        </p:nvSpPr>
        <p:spPr>
          <a:xfrm>
            <a:off x="2445127" y="97204"/>
            <a:ext cx="2469538"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dirty="0">
                <a:solidFill>
                  <a:schemeClr val="bg1"/>
                </a:solidFill>
              </a:rPr>
              <a:t>PM / PLANEACIÓN</a:t>
            </a:r>
          </a:p>
        </p:txBody>
      </p:sp>
      <p:sp>
        <p:nvSpPr>
          <p:cNvPr id="13" name="Flecha: cheurón 12">
            <a:extLst>
              <a:ext uri="{FF2B5EF4-FFF2-40B4-BE49-F238E27FC236}">
                <a16:creationId xmlns:a16="http://schemas.microsoft.com/office/drawing/2014/main" id="{9BCF11C1-BC3B-576B-E08A-CC30085D7BFF}"/>
              </a:ext>
            </a:extLst>
          </p:cNvPr>
          <p:cNvSpPr/>
          <p:nvPr/>
        </p:nvSpPr>
        <p:spPr>
          <a:xfrm>
            <a:off x="4776847" y="97204"/>
            <a:ext cx="2469538"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dirty="0">
                <a:solidFill>
                  <a:schemeClr val="bg1"/>
                </a:solidFill>
              </a:rPr>
              <a:t>DISEÑO ESTRUCTURAL</a:t>
            </a:r>
          </a:p>
        </p:txBody>
      </p:sp>
      <p:sp>
        <p:nvSpPr>
          <p:cNvPr id="14" name="Flecha: cheurón 13">
            <a:extLst>
              <a:ext uri="{FF2B5EF4-FFF2-40B4-BE49-F238E27FC236}">
                <a16:creationId xmlns:a16="http://schemas.microsoft.com/office/drawing/2014/main" id="{C4381E06-8AAF-BF61-6F01-FE02974AF07F}"/>
              </a:ext>
            </a:extLst>
          </p:cNvPr>
          <p:cNvSpPr/>
          <p:nvPr/>
        </p:nvSpPr>
        <p:spPr>
          <a:xfrm>
            <a:off x="7191297" y="97204"/>
            <a:ext cx="2469538" cy="461570"/>
          </a:xfrm>
          <a:prstGeom prst="chevron">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dirty="0">
                <a:solidFill>
                  <a:schemeClr val="bg1"/>
                </a:solidFill>
              </a:rPr>
              <a:t>INGENIERÍA</a:t>
            </a:r>
          </a:p>
        </p:txBody>
      </p:sp>
      <p:sp>
        <p:nvSpPr>
          <p:cNvPr id="15" name="Flecha: cheurón 14">
            <a:extLst>
              <a:ext uri="{FF2B5EF4-FFF2-40B4-BE49-F238E27FC236}">
                <a16:creationId xmlns:a16="http://schemas.microsoft.com/office/drawing/2014/main" id="{1959ACE3-9670-1D1A-7960-5805CE710A23}"/>
              </a:ext>
            </a:extLst>
          </p:cNvPr>
          <p:cNvSpPr/>
          <p:nvPr/>
        </p:nvSpPr>
        <p:spPr>
          <a:xfrm>
            <a:off x="9609055" y="97204"/>
            <a:ext cx="2469538"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dirty="0">
                <a:solidFill>
                  <a:schemeClr val="bg1"/>
                </a:solidFill>
              </a:rPr>
              <a:t>FABRICACIÓN Y SUMINISTRO</a:t>
            </a:r>
          </a:p>
        </p:txBody>
      </p:sp>
      <p:sp>
        <p:nvSpPr>
          <p:cNvPr id="20" name="CuadroTexto 19">
            <a:extLst>
              <a:ext uri="{FF2B5EF4-FFF2-40B4-BE49-F238E27FC236}">
                <a16:creationId xmlns:a16="http://schemas.microsoft.com/office/drawing/2014/main" id="{40E42E80-48CA-AF21-E221-016F0F5012B0}"/>
              </a:ext>
            </a:extLst>
          </p:cNvPr>
          <p:cNvSpPr txBox="1"/>
          <p:nvPr/>
        </p:nvSpPr>
        <p:spPr>
          <a:xfrm>
            <a:off x="113406" y="776050"/>
            <a:ext cx="8150653" cy="677108"/>
          </a:xfrm>
          <a:prstGeom prst="rect">
            <a:avLst/>
          </a:prstGeom>
          <a:noFill/>
        </p:spPr>
        <p:txBody>
          <a:bodyPr wrap="square" rtlCol="0">
            <a:spAutoFit/>
          </a:bodyPr>
          <a:lstStyle/>
          <a:p>
            <a:r>
              <a:rPr lang="es-MX" sz="2000" b="1" dirty="0">
                <a:solidFill>
                  <a:schemeClr val="accent1">
                    <a:lumMod val="50000"/>
                  </a:schemeClr>
                </a:solidFill>
              </a:rPr>
              <a:t>04 INGENIERÍA DE DETALLE (ACERO ESTRUCTURAL)</a:t>
            </a:r>
            <a:endParaRPr lang="es-MX" dirty="0">
              <a:solidFill>
                <a:schemeClr val="accent5">
                  <a:lumMod val="50000"/>
                </a:schemeClr>
              </a:solidFill>
            </a:endParaRPr>
          </a:p>
          <a:p>
            <a:r>
              <a:rPr lang="es-MX" dirty="0">
                <a:solidFill>
                  <a:schemeClr val="accent5">
                    <a:lumMod val="50000"/>
                  </a:schemeClr>
                </a:solidFill>
              </a:rPr>
              <a:t>DEFINICIÓN DE TIEMPOS DE ENTREGA DE PLANOS</a:t>
            </a:r>
          </a:p>
        </p:txBody>
      </p:sp>
      <p:sp>
        <p:nvSpPr>
          <p:cNvPr id="16" name="CuadroTexto 15">
            <a:extLst>
              <a:ext uri="{FF2B5EF4-FFF2-40B4-BE49-F238E27FC236}">
                <a16:creationId xmlns:a16="http://schemas.microsoft.com/office/drawing/2014/main" id="{60B4C067-029F-F903-8C71-1A51401F69F7}"/>
              </a:ext>
            </a:extLst>
          </p:cNvPr>
          <p:cNvSpPr txBox="1"/>
          <p:nvPr/>
        </p:nvSpPr>
        <p:spPr>
          <a:xfrm>
            <a:off x="135938" y="1554325"/>
            <a:ext cx="5007561" cy="3046988"/>
          </a:xfrm>
          <a:prstGeom prst="rect">
            <a:avLst/>
          </a:prstGeom>
          <a:noFill/>
        </p:spPr>
        <p:txBody>
          <a:bodyPr wrap="square" rtlCol="0">
            <a:spAutoFit/>
          </a:bodyPr>
          <a:lstStyle/>
          <a:p>
            <a:r>
              <a:rPr lang="es-MX" dirty="0">
                <a:solidFill>
                  <a:schemeClr val="accent5">
                    <a:lumMod val="50000"/>
                  </a:schemeClr>
                </a:solidFill>
              </a:rPr>
              <a:t>A partir del programa de entrega de planos, y la revisión del alcance de comercial ingeniería puede hacer un</a:t>
            </a:r>
            <a:r>
              <a:rPr lang="es-MX" b="1" dirty="0">
                <a:solidFill>
                  <a:schemeClr val="accent5">
                    <a:lumMod val="50000"/>
                  </a:schemeClr>
                </a:solidFill>
              </a:rPr>
              <a:t> programa de Ingeniería de detalle</a:t>
            </a:r>
          </a:p>
          <a:p>
            <a:endParaRPr lang="es-MX" b="1" dirty="0">
              <a:solidFill>
                <a:schemeClr val="accent5">
                  <a:lumMod val="50000"/>
                </a:schemeClr>
              </a:solidFill>
            </a:endParaRPr>
          </a:p>
          <a:p>
            <a:pPr marL="285750" indent="-285750">
              <a:buFont typeface="Arial" panose="020B0604020202020204" pitchFamily="34" charset="0"/>
              <a:buChar char="•"/>
            </a:pPr>
            <a:r>
              <a:rPr lang="es-MX" sz="1200" b="1" dirty="0">
                <a:solidFill>
                  <a:schemeClr val="accent5">
                    <a:lumMod val="50000"/>
                  </a:schemeClr>
                </a:solidFill>
              </a:rPr>
              <a:t>EDIFICIO A</a:t>
            </a:r>
          </a:p>
          <a:p>
            <a:pPr marL="742950" lvl="1" indent="-285750">
              <a:buFont typeface="Arial" panose="020B0604020202020204" pitchFamily="34" charset="0"/>
              <a:buChar char="•"/>
            </a:pPr>
            <a:r>
              <a:rPr lang="es-MX" sz="1200" dirty="0">
                <a:solidFill>
                  <a:schemeClr val="accent5">
                    <a:lumMod val="50000"/>
                  </a:schemeClr>
                </a:solidFill>
              </a:rPr>
              <a:t>Planta de cimentación y trazo</a:t>
            </a:r>
          </a:p>
          <a:p>
            <a:pPr marL="742950" lvl="1" indent="-285750">
              <a:buFont typeface="Arial" panose="020B0604020202020204" pitchFamily="34" charset="0"/>
              <a:buChar char="•"/>
            </a:pPr>
            <a:r>
              <a:rPr lang="es-MX" sz="1200" dirty="0">
                <a:solidFill>
                  <a:schemeClr val="accent5">
                    <a:lumMod val="50000"/>
                  </a:schemeClr>
                </a:solidFill>
              </a:rPr>
              <a:t>Planta estructural</a:t>
            </a:r>
          </a:p>
          <a:p>
            <a:pPr marL="742950" lvl="1" indent="-285750">
              <a:buFont typeface="Arial" panose="020B0604020202020204" pitchFamily="34" charset="0"/>
              <a:buChar char="•"/>
            </a:pPr>
            <a:r>
              <a:rPr lang="es-MX" sz="1200" dirty="0">
                <a:solidFill>
                  <a:schemeClr val="accent5">
                    <a:lumMod val="50000"/>
                  </a:schemeClr>
                </a:solidFill>
              </a:rPr>
              <a:t>Planta de </a:t>
            </a:r>
            <a:r>
              <a:rPr lang="es-MX" sz="1200" dirty="0" err="1">
                <a:solidFill>
                  <a:schemeClr val="accent5">
                    <a:lumMod val="50000"/>
                  </a:schemeClr>
                </a:solidFill>
              </a:rPr>
              <a:t>Joist</a:t>
            </a:r>
            <a:endParaRPr lang="es-MX" sz="1200" dirty="0">
              <a:solidFill>
                <a:schemeClr val="accent5">
                  <a:lumMod val="50000"/>
                </a:schemeClr>
              </a:solidFill>
            </a:endParaRPr>
          </a:p>
          <a:p>
            <a:pPr marL="742950" lvl="1" indent="-285750">
              <a:buFont typeface="Arial" panose="020B0604020202020204" pitchFamily="34" charset="0"/>
              <a:buChar char="•"/>
            </a:pPr>
            <a:r>
              <a:rPr lang="es-MX" sz="1200" dirty="0">
                <a:solidFill>
                  <a:schemeClr val="accent5">
                    <a:lumMod val="50000"/>
                  </a:schemeClr>
                </a:solidFill>
              </a:rPr>
              <a:t>Diseño de Armaduras</a:t>
            </a:r>
          </a:p>
          <a:p>
            <a:pPr marL="742950" lvl="1" indent="-285750">
              <a:buFont typeface="Arial" panose="020B0604020202020204" pitchFamily="34" charset="0"/>
              <a:buChar char="•"/>
            </a:pPr>
            <a:r>
              <a:rPr lang="es-MX" sz="1200" dirty="0">
                <a:solidFill>
                  <a:schemeClr val="accent5">
                    <a:lumMod val="50000"/>
                  </a:schemeClr>
                </a:solidFill>
              </a:rPr>
              <a:t>Diseño de Conexiones</a:t>
            </a:r>
          </a:p>
          <a:p>
            <a:pPr marL="742950" lvl="1" indent="-285750">
              <a:buFont typeface="Arial" panose="020B0604020202020204" pitchFamily="34" charset="0"/>
              <a:buChar char="•"/>
            </a:pPr>
            <a:r>
              <a:rPr lang="es-MX" sz="1200" dirty="0">
                <a:solidFill>
                  <a:schemeClr val="accent5">
                    <a:lumMod val="50000"/>
                  </a:schemeClr>
                </a:solidFill>
              </a:rPr>
              <a:t>Fachadas Estructurales</a:t>
            </a:r>
          </a:p>
          <a:p>
            <a:pPr marL="742950" lvl="1" indent="-285750">
              <a:buFont typeface="Arial" panose="020B0604020202020204" pitchFamily="34" charset="0"/>
              <a:buChar char="•"/>
            </a:pPr>
            <a:r>
              <a:rPr lang="es-MX" sz="1200" dirty="0">
                <a:solidFill>
                  <a:schemeClr val="accent5">
                    <a:lumMod val="50000"/>
                  </a:schemeClr>
                </a:solidFill>
              </a:rPr>
              <a:t>Elevaciones / Diseño de embebidos</a:t>
            </a:r>
          </a:p>
          <a:p>
            <a:pPr marL="742950" lvl="1" indent="-285750">
              <a:buFont typeface="Arial" panose="020B0604020202020204" pitchFamily="34" charset="0"/>
              <a:buChar char="•"/>
            </a:pPr>
            <a:r>
              <a:rPr lang="es-MX" sz="1200" dirty="0">
                <a:solidFill>
                  <a:schemeClr val="accent5">
                    <a:lumMod val="50000"/>
                  </a:schemeClr>
                </a:solidFill>
              </a:rPr>
              <a:t>Planta de Cubierta</a:t>
            </a:r>
          </a:p>
          <a:p>
            <a:pPr marL="742950" lvl="1" indent="-285750">
              <a:buFont typeface="Arial" panose="020B0604020202020204" pitchFamily="34" charset="0"/>
              <a:buChar char="•"/>
            </a:pPr>
            <a:r>
              <a:rPr lang="es-MX" sz="1200" dirty="0">
                <a:solidFill>
                  <a:schemeClr val="accent5">
                    <a:lumMod val="50000"/>
                  </a:schemeClr>
                </a:solidFill>
              </a:rPr>
              <a:t>Detalles de Cubierta</a:t>
            </a:r>
            <a:endParaRPr lang="es-MX" dirty="0">
              <a:solidFill>
                <a:schemeClr val="accent5">
                  <a:lumMod val="50000"/>
                </a:schemeClr>
              </a:solidFill>
            </a:endParaRPr>
          </a:p>
        </p:txBody>
      </p:sp>
      <p:sp>
        <p:nvSpPr>
          <p:cNvPr id="21" name="CuadroTexto 20">
            <a:extLst>
              <a:ext uri="{FF2B5EF4-FFF2-40B4-BE49-F238E27FC236}">
                <a16:creationId xmlns:a16="http://schemas.microsoft.com/office/drawing/2014/main" id="{44DF4524-2C32-DCBD-B4A1-F59D98E0CC7F}"/>
              </a:ext>
            </a:extLst>
          </p:cNvPr>
          <p:cNvSpPr txBox="1"/>
          <p:nvPr/>
        </p:nvSpPr>
        <p:spPr>
          <a:xfrm>
            <a:off x="113406" y="4601313"/>
            <a:ext cx="4016167" cy="1384995"/>
          </a:xfrm>
          <a:prstGeom prst="rect">
            <a:avLst/>
          </a:prstGeom>
          <a:noFill/>
        </p:spPr>
        <p:txBody>
          <a:bodyPr wrap="square">
            <a:spAutoFit/>
          </a:bodyPr>
          <a:lstStyle/>
          <a:p>
            <a:pPr marL="285750" indent="-285750">
              <a:buFont typeface="Arial" panose="020B0604020202020204" pitchFamily="34" charset="0"/>
              <a:buChar char="•"/>
            </a:pPr>
            <a:r>
              <a:rPr lang="es-MX" sz="1200" b="1" dirty="0">
                <a:solidFill>
                  <a:schemeClr val="accent5">
                    <a:lumMod val="50000"/>
                  </a:schemeClr>
                </a:solidFill>
              </a:rPr>
              <a:t>EDIFICIO B</a:t>
            </a:r>
          </a:p>
          <a:p>
            <a:pPr marL="742950" lvl="1" indent="-285750">
              <a:buFont typeface="Arial" panose="020B0604020202020204" pitchFamily="34" charset="0"/>
              <a:buChar char="•"/>
            </a:pPr>
            <a:r>
              <a:rPr lang="es-MX" sz="1200" dirty="0">
                <a:solidFill>
                  <a:schemeClr val="accent5">
                    <a:lumMod val="50000"/>
                  </a:schemeClr>
                </a:solidFill>
              </a:rPr>
              <a:t>Planta de cimentación y trazo</a:t>
            </a:r>
          </a:p>
          <a:p>
            <a:pPr marL="742950" lvl="1" indent="-285750">
              <a:buFont typeface="Arial" panose="020B0604020202020204" pitchFamily="34" charset="0"/>
              <a:buChar char="•"/>
            </a:pPr>
            <a:r>
              <a:rPr lang="es-MX" sz="1200" dirty="0">
                <a:solidFill>
                  <a:schemeClr val="accent5">
                    <a:lumMod val="50000"/>
                  </a:schemeClr>
                </a:solidFill>
              </a:rPr>
              <a:t>Planta estructural</a:t>
            </a:r>
          </a:p>
          <a:p>
            <a:pPr marL="742950" lvl="1" indent="-285750">
              <a:buFont typeface="Arial" panose="020B0604020202020204" pitchFamily="34" charset="0"/>
              <a:buChar char="•"/>
            </a:pPr>
            <a:r>
              <a:rPr lang="es-MX" sz="1200" dirty="0">
                <a:solidFill>
                  <a:schemeClr val="accent5">
                    <a:lumMod val="50000"/>
                  </a:schemeClr>
                </a:solidFill>
              </a:rPr>
              <a:t>Planta de </a:t>
            </a:r>
            <a:r>
              <a:rPr lang="es-MX" sz="1200" dirty="0" err="1">
                <a:solidFill>
                  <a:schemeClr val="accent5">
                    <a:lumMod val="50000"/>
                  </a:schemeClr>
                </a:solidFill>
              </a:rPr>
              <a:t>Joist</a:t>
            </a:r>
            <a:endParaRPr lang="es-MX" sz="1200" dirty="0">
              <a:solidFill>
                <a:schemeClr val="accent5">
                  <a:lumMod val="50000"/>
                </a:schemeClr>
              </a:solidFill>
            </a:endParaRPr>
          </a:p>
          <a:p>
            <a:pPr marL="742950" lvl="1" indent="-285750">
              <a:buFont typeface="Arial" panose="020B0604020202020204" pitchFamily="34" charset="0"/>
              <a:buChar char="•"/>
            </a:pPr>
            <a:r>
              <a:rPr lang="es-MX" sz="1200" dirty="0">
                <a:solidFill>
                  <a:schemeClr val="accent5">
                    <a:lumMod val="50000"/>
                  </a:schemeClr>
                </a:solidFill>
              </a:rPr>
              <a:t>Diseño de Armaduras</a:t>
            </a:r>
          </a:p>
          <a:p>
            <a:pPr marL="742950" lvl="1" indent="-285750">
              <a:buFont typeface="Arial" panose="020B0604020202020204" pitchFamily="34" charset="0"/>
              <a:buChar char="•"/>
            </a:pPr>
            <a:r>
              <a:rPr lang="es-MX" sz="1200" dirty="0">
                <a:solidFill>
                  <a:schemeClr val="accent5">
                    <a:lumMod val="50000"/>
                  </a:schemeClr>
                </a:solidFill>
              </a:rPr>
              <a:t>Diseño de Conexiones</a:t>
            </a:r>
          </a:p>
          <a:p>
            <a:pPr marL="742950" lvl="1" indent="-285750">
              <a:buFont typeface="Arial" panose="020B0604020202020204" pitchFamily="34" charset="0"/>
              <a:buChar char="•"/>
            </a:pPr>
            <a:endParaRPr lang="es-MX" sz="1200" dirty="0"/>
          </a:p>
        </p:txBody>
      </p:sp>
      <p:sp>
        <p:nvSpPr>
          <p:cNvPr id="2" name="CuadroTexto 1">
            <a:extLst>
              <a:ext uri="{FF2B5EF4-FFF2-40B4-BE49-F238E27FC236}">
                <a16:creationId xmlns:a16="http://schemas.microsoft.com/office/drawing/2014/main" id="{6E59757E-2788-253A-F29C-337C9A3A0914}"/>
              </a:ext>
            </a:extLst>
          </p:cNvPr>
          <p:cNvSpPr txBox="1"/>
          <p:nvPr/>
        </p:nvSpPr>
        <p:spPr>
          <a:xfrm>
            <a:off x="6514207" y="1887546"/>
            <a:ext cx="2153544" cy="1200329"/>
          </a:xfrm>
          <a:prstGeom prst="rect">
            <a:avLst/>
          </a:prstGeom>
          <a:noFill/>
        </p:spPr>
        <p:txBody>
          <a:bodyPr wrap="square">
            <a:spAutoFit/>
          </a:bodyPr>
          <a:lstStyle/>
          <a:p>
            <a:pPr marL="285750" indent="-285750">
              <a:buFont typeface="Arial" panose="020B0604020202020204" pitchFamily="34" charset="0"/>
              <a:buChar char="•"/>
            </a:pPr>
            <a:r>
              <a:rPr lang="es-MX" sz="1200" b="1" dirty="0">
                <a:solidFill>
                  <a:schemeClr val="accent5">
                    <a:lumMod val="50000"/>
                  </a:schemeClr>
                </a:solidFill>
              </a:rPr>
              <a:t>EDIFICIO A</a:t>
            </a:r>
          </a:p>
          <a:p>
            <a:pPr marL="742950" lvl="1" indent="-285750">
              <a:buFont typeface="Arial" panose="020B0604020202020204" pitchFamily="34" charset="0"/>
              <a:buChar char="•"/>
            </a:pPr>
            <a:r>
              <a:rPr lang="es-MX" sz="1200" dirty="0">
                <a:solidFill>
                  <a:schemeClr val="accent1">
                    <a:lumMod val="50000"/>
                  </a:schemeClr>
                </a:solidFill>
              </a:rPr>
              <a:t>FASE 1 – Fecha</a:t>
            </a:r>
          </a:p>
          <a:p>
            <a:pPr marL="742950" lvl="1" indent="-285750">
              <a:buFont typeface="Arial" panose="020B0604020202020204" pitchFamily="34" charset="0"/>
              <a:buChar char="•"/>
            </a:pPr>
            <a:r>
              <a:rPr lang="es-MX" sz="1200" dirty="0">
                <a:solidFill>
                  <a:schemeClr val="accent1">
                    <a:lumMod val="50000"/>
                  </a:schemeClr>
                </a:solidFill>
              </a:rPr>
              <a:t>FASE 2 – Fecha</a:t>
            </a:r>
          </a:p>
          <a:p>
            <a:pPr marL="742950" lvl="1" indent="-285750">
              <a:buFont typeface="Arial" panose="020B0604020202020204" pitchFamily="34" charset="0"/>
              <a:buChar char="•"/>
            </a:pPr>
            <a:r>
              <a:rPr lang="es-MX" sz="1200" dirty="0">
                <a:solidFill>
                  <a:schemeClr val="accent1">
                    <a:lumMod val="50000"/>
                  </a:schemeClr>
                </a:solidFill>
              </a:rPr>
              <a:t>FASE 3 – Fecha</a:t>
            </a:r>
          </a:p>
          <a:p>
            <a:pPr marL="742950" lvl="1" indent="-285750">
              <a:buFont typeface="Arial" panose="020B0604020202020204" pitchFamily="34" charset="0"/>
              <a:buChar char="•"/>
            </a:pPr>
            <a:endParaRPr lang="es-MX" sz="1200" dirty="0"/>
          </a:p>
          <a:p>
            <a:pPr marL="1200150" lvl="2" indent="-285750">
              <a:buFont typeface="Arial" panose="020B0604020202020204" pitchFamily="34" charset="0"/>
              <a:buChar char="•"/>
            </a:pPr>
            <a:endParaRPr lang="es-MX" sz="1200" dirty="0"/>
          </a:p>
        </p:txBody>
      </p:sp>
      <p:sp>
        <p:nvSpPr>
          <p:cNvPr id="3" name="CuadroTexto 2">
            <a:extLst>
              <a:ext uri="{FF2B5EF4-FFF2-40B4-BE49-F238E27FC236}">
                <a16:creationId xmlns:a16="http://schemas.microsoft.com/office/drawing/2014/main" id="{30661D0E-2819-0253-EF19-916A2C4B0FC3}"/>
              </a:ext>
            </a:extLst>
          </p:cNvPr>
          <p:cNvSpPr txBox="1"/>
          <p:nvPr/>
        </p:nvSpPr>
        <p:spPr>
          <a:xfrm>
            <a:off x="6514206" y="2781930"/>
            <a:ext cx="2372620" cy="1200329"/>
          </a:xfrm>
          <a:prstGeom prst="rect">
            <a:avLst/>
          </a:prstGeom>
          <a:noFill/>
        </p:spPr>
        <p:txBody>
          <a:bodyPr wrap="square">
            <a:spAutoFit/>
          </a:bodyPr>
          <a:lstStyle/>
          <a:p>
            <a:pPr marL="285750" indent="-285750">
              <a:buFont typeface="Arial" panose="020B0604020202020204" pitchFamily="34" charset="0"/>
              <a:buChar char="•"/>
            </a:pPr>
            <a:r>
              <a:rPr lang="es-MX" sz="1200" b="1" dirty="0">
                <a:solidFill>
                  <a:schemeClr val="accent5">
                    <a:lumMod val="50000"/>
                  </a:schemeClr>
                </a:solidFill>
              </a:rPr>
              <a:t>EDIFICIO B</a:t>
            </a:r>
          </a:p>
          <a:p>
            <a:pPr marL="742950" lvl="1" indent="-285750">
              <a:buFont typeface="Arial" panose="020B0604020202020204" pitchFamily="34" charset="0"/>
              <a:buChar char="•"/>
            </a:pPr>
            <a:r>
              <a:rPr lang="es-MX" sz="1200" dirty="0">
                <a:solidFill>
                  <a:schemeClr val="accent1">
                    <a:lumMod val="50000"/>
                  </a:schemeClr>
                </a:solidFill>
              </a:rPr>
              <a:t>FASE 4 – Fecha</a:t>
            </a:r>
          </a:p>
          <a:p>
            <a:pPr marL="742950" lvl="1" indent="-285750">
              <a:buFont typeface="Arial" panose="020B0604020202020204" pitchFamily="34" charset="0"/>
              <a:buChar char="•"/>
            </a:pPr>
            <a:r>
              <a:rPr lang="es-MX" sz="1200" dirty="0">
                <a:solidFill>
                  <a:schemeClr val="accent1">
                    <a:lumMod val="50000"/>
                  </a:schemeClr>
                </a:solidFill>
              </a:rPr>
              <a:t>FASE 5 – Fecha</a:t>
            </a:r>
          </a:p>
          <a:p>
            <a:pPr marL="742950" lvl="1" indent="-285750">
              <a:buFont typeface="Arial" panose="020B0604020202020204" pitchFamily="34" charset="0"/>
              <a:buChar char="•"/>
            </a:pPr>
            <a:r>
              <a:rPr lang="es-MX" sz="1200" dirty="0">
                <a:solidFill>
                  <a:schemeClr val="accent1">
                    <a:lumMod val="50000"/>
                  </a:schemeClr>
                </a:solidFill>
              </a:rPr>
              <a:t>FASE 6 – Fecha</a:t>
            </a:r>
          </a:p>
          <a:p>
            <a:pPr marL="742950" lvl="1" indent="-285750">
              <a:buFont typeface="Arial" panose="020B0604020202020204" pitchFamily="34" charset="0"/>
              <a:buChar char="•"/>
            </a:pPr>
            <a:endParaRPr lang="es-MX" sz="1200" dirty="0"/>
          </a:p>
          <a:p>
            <a:pPr marL="1200150" lvl="2" indent="-285750">
              <a:buFont typeface="Arial" panose="020B0604020202020204" pitchFamily="34" charset="0"/>
              <a:buChar char="•"/>
            </a:pPr>
            <a:endParaRPr lang="es-MX" sz="1200" dirty="0"/>
          </a:p>
        </p:txBody>
      </p:sp>
      <p:sp>
        <p:nvSpPr>
          <p:cNvPr id="6" name="CuadroTexto 5">
            <a:extLst>
              <a:ext uri="{FF2B5EF4-FFF2-40B4-BE49-F238E27FC236}">
                <a16:creationId xmlns:a16="http://schemas.microsoft.com/office/drawing/2014/main" id="{7E433E1A-87B9-D493-D526-6906DE362D6C}"/>
              </a:ext>
            </a:extLst>
          </p:cNvPr>
          <p:cNvSpPr txBox="1"/>
          <p:nvPr/>
        </p:nvSpPr>
        <p:spPr>
          <a:xfrm>
            <a:off x="6011616" y="1610547"/>
            <a:ext cx="4446462" cy="461665"/>
          </a:xfrm>
          <a:prstGeom prst="rect">
            <a:avLst/>
          </a:prstGeom>
          <a:noFill/>
        </p:spPr>
        <p:txBody>
          <a:bodyPr wrap="square">
            <a:spAutoFit/>
          </a:bodyPr>
          <a:lstStyle/>
          <a:p>
            <a:pPr lvl="1"/>
            <a:r>
              <a:rPr lang="es-MX" sz="1200" b="1" dirty="0">
                <a:solidFill>
                  <a:schemeClr val="accent1">
                    <a:lumMod val="50000"/>
                  </a:schemeClr>
                </a:solidFill>
              </a:rPr>
              <a:t>PROGRAMA PRELIMINAR DE INGENIERÍA DE DETALLE:</a:t>
            </a:r>
          </a:p>
          <a:p>
            <a:pPr marL="1200150" lvl="2" indent="-285750">
              <a:buFont typeface="Arial" panose="020B0604020202020204" pitchFamily="34" charset="0"/>
              <a:buChar char="•"/>
            </a:pPr>
            <a:endParaRPr lang="es-MX" sz="1200" b="1" dirty="0">
              <a:solidFill>
                <a:schemeClr val="accent1">
                  <a:lumMod val="50000"/>
                </a:schemeClr>
              </a:solidFill>
            </a:endParaRPr>
          </a:p>
        </p:txBody>
      </p:sp>
      <p:sp>
        <p:nvSpPr>
          <p:cNvPr id="17" name="CuadroTexto 16">
            <a:extLst>
              <a:ext uri="{FF2B5EF4-FFF2-40B4-BE49-F238E27FC236}">
                <a16:creationId xmlns:a16="http://schemas.microsoft.com/office/drawing/2014/main" id="{7EB90093-98E5-0EE8-0357-6441948BC4B1}"/>
              </a:ext>
            </a:extLst>
          </p:cNvPr>
          <p:cNvSpPr txBox="1"/>
          <p:nvPr/>
        </p:nvSpPr>
        <p:spPr>
          <a:xfrm>
            <a:off x="9951499" y="2044005"/>
            <a:ext cx="1864429" cy="1384995"/>
          </a:xfrm>
          <a:prstGeom prst="rect">
            <a:avLst/>
          </a:prstGeom>
          <a:noFill/>
        </p:spPr>
        <p:txBody>
          <a:bodyPr wrap="square" rtlCol="0">
            <a:spAutoFit/>
          </a:bodyPr>
          <a:lstStyle/>
          <a:p>
            <a:r>
              <a:rPr lang="es-MX" sz="1200" dirty="0">
                <a:solidFill>
                  <a:srgbClr val="00B0F0"/>
                </a:solidFill>
              </a:rPr>
              <a:t>Este programa solo puede cumplirse si se cumple con la entrega del plano de conexiones, esa fecha debe registrarse como una de las restricciones más importantes.</a:t>
            </a:r>
          </a:p>
        </p:txBody>
      </p:sp>
      <p:cxnSp>
        <p:nvCxnSpPr>
          <p:cNvPr id="18" name="Conector recto de flecha 17">
            <a:extLst>
              <a:ext uri="{FF2B5EF4-FFF2-40B4-BE49-F238E27FC236}">
                <a16:creationId xmlns:a16="http://schemas.microsoft.com/office/drawing/2014/main" id="{1CCDC56D-FABA-CECC-CF82-08975DC7278F}"/>
              </a:ext>
            </a:extLst>
          </p:cNvPr>
          <p:cNvCxnSpPr>
            <a:cxnSpLocks/>
          </p:cNvCxnSpPr>
          <p:nvPr/>
        </p:nvCxnSpPr>
        <p:spPr>
          <a:xfrm flipV="1">
            <a:off x="8511095" y="2691266"/>
            <a:ext cx="1394905" cy="737734"/>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2" name="CuadroTexto 21">
            <a:extLst>
              <a:ext uri="{FF2B5EF4-FFF2-40B4-BE49-F238E27FC236}">
                <a16:creationId xmlns:a16="http://schemas.microsoft.com/office/drawing/2014/main" id="{D982FADC-D70B-71B4-4AFD-75E03DC97BA4}"/>
              </a:ext>
            </a:extLst>
          </p:cNvPr>
          <p:cNvSpPr txBox="1"/>
          <p:nvPr/>
        </p:nvSpPr>
        <p:spPr>
          <a:xfrm>
            <a:off x="6514206" y="4601313"/>
            <a:ext cx="2372620" cy="2677656"/>
          </a:xfrm>
          <a:prstGeom prst="rect">
            <a:avLst/>
          </a:prstGeom>
          <a:noFill/>
        </p:spPr>
        <p:txBody>
          <a:bodyPr wrap="square">
            <a:spAutoFit/>
          </a:bodyPr>
          <a:lstStyle/>
          <a:p>
            <a:pPr marL="285750" indent="-285750">
              <a:buFont typeface="Arial" panose="020B0604020202020204" pitchFamily="34" charset="0"/>
              <a:buChar char="•"/>
            </a:pPr>
            <a:r>
              <a:rPr lang="es-MX" sz="1200" b="1" dirty="0">
                <a:solidFill>
                  <a:schemeClr val="accent5">
                    <a:lumMod val="50000"/>
                  </a:schemeClr>
                </a:solidFill>
              </a:rPr>
              <a:t>EDIFICIO B</a:t>
            </a:r>
          </a:p>
          <a:p>
            <a:pPr marL="742950" lvl="1" indent="-285750">
              <a:buFont typeface="Arial" panose="020B0604020202020204" pitchFamily="34" charset="0"/>
              <a:buChar char="•"/>
            </a:pPr>
            <a:r>
              <a:rPr lang="es-MX" sz="1200" dirty="0">
                <a:solidFill>
                  <a:schemeClr val="accent1">
                    <a:lumMod val="50000"/>
                  </a:schemeClr>
                </a:solidFill>
              </a:rPr>
              <a:t>FASE 4 </a:t>
            </a:r>
          </a:p>
          <a:p>
            <a:pPr marL="1200150" lvl="2" indent="-285750">
              <a:buFont typeface="Arial" panose="020B0604020202020204" pitchFamily="34" charset="0"/>
              <a:buChar char="•"/>
            </a:pPr>
            <a:r>
              <a:rPr lang="es-MX" sz="1200" dirty="0">
                <a:solidFill>
                  <a:schemeClr val="accent1">
                    <a:lumMod val="50000"/>
                  </a:schemeClr>
                </a:solidFill>
              </a:rPr>
              <a:t>Anclas</a:t>
            </a:r>
          </a:p>
          <a:p>
            <a:pPr marL="1200150" lvl="2" indent="-285750">
              <a:buFont typeface="Arial" panose="020B0604020202020204" pitchFamily="34" charset="0"/>
              <a:buChar char="•"/>
            </a:pPr>
            <a:r>
              <a:rPr lang="es-MX" sz="1200" dirty="0">
                <a:solidFill>
                  <a:schemeClr val="accent1">
                    <a:lumMod val="50000"/>
                  </a:schemeClr>
                </a:solidFill>
              </a:rPr>
              <a:t>Columnas</a:t>
            </a:r>
          </a:p>
          <a:p>
            <a:pPr marL="1200150" lvl="2" indent="-285750">
              <a:buFont typeface="Arial" panose="020B0604020202020204" pitchFamily="34" charset="0"/>
              <a:buChar char="•"/>
            </a:pPr>
            <a:r>
              <a:rPr lang="es-MX" sz="1200" dirty="0">
                <a:solidFill>
                  <a:schemeClr val="accent1">
                    <a:lumMod val="50000"/>
                  </a:schemeClr>
                </a:solidFill>
              </a:rPr>
              <a:t>Vigas</a:t>
            </a:r>
          </a:p>
          <a:p>
            <a:pPr marL="1200150" lvl="2" indent="-285750">
              <a:buFont typeface="Arial" panose="020B0604020202020204" pitchFamily="34" charset="0"/>
              <a:buChar char="•"/>
            </a:pPr>
            <a:r>
              <a:rPr lang="es-MX" sz="1200" dirty="0">
                <a:solidFill>
                  <a:schemeClr val="accent1">
                    <a:lumMod val="50000"/>
                  </a:schemeClr>
                </a:solidFill>
              </a:rPr>
              <a:t>Escaleras</a:t>
            </a:r>
          </a:p>
          <a:p>
            <a:pPr marL="742950" lvl="1" indent="-285750">
              <a:buFont typeface="Arial" panose="020B0604020202020204" pitchFamily="34" charset="0"/>
              <a:buChar char="•"/>
            </a:pPr>
            <a:r>
              <a:rPr lang="es-MX" sz="1200" dirty="0">
                <a:solidFill>
                  <a:schemeClr val="accent1">
                    <a:lumMod val="50000"/>
                  </a:schemeClr>
                </a:solidFill>
              </a:rPr>
              <a:t>FASE 5</a:t>
            </a:r>
          </a:p>
          <a:p>
            <a:pPr marL="1200150" lvl="2" indent="-285750">
              <a:buFont typeface="Arial" panose="020B0604020202020204" pitchFamily="34" charset="0"/>
              <a:buChar char="•"/>
            </a:pPr>
            <a:r>
              <a:rPr lang="es-MX" sz="1200" dirty="0">
                <a:solidFill>
                  <a:schemeClr val="accent1">
                    <a:lumMod val="50000"/>
                  </a:schemeClr>
                </a:solidFill>
              </a:rPr>
              <a:t>Columnas</a:t>
            </a:r>
          </a:p>
          <a:p>
            <a:pPr marL="1200150" lvl="2" indent="-285750">
              <a:buFont typeface="Arial" panose="020B0604020202020204" pitchFamily="34" charset="0"/>
              <a:buChar char="•"/>
            </a:pPr>
            <a:r>
              <a:rPr lang="es-MX" sz="1200" dirty="0">
                <a:solidFill>
                  <a:schemeClr val="accent1">
                    <a:lumMod val="50000"/>
                  </a:schemeClr>
                </a:solidFill>
              </a:rPr>
              <a:t>Vigas</a:t>
            </a:r>
          </a:p>
          <a:p>
            <a:pPr marL="742950" lvl="1" indent="-285750">
              <a:buFont typeface="Arial" panose="020B0604020202020204" pitchFamily="34" charset="0"/>
              <a:buChar char="•"/>
            </a:pPr>
            <a:r>
              <a:rPr lang="es-MX" sz="1200" dirty="0">
                <a:solidFill>
                  <a:schemeClr val="accent1">
                    <a:lumMod val="50000"/>
                  </a:schemeClr>
                </a:solidFill>
              </a:rPr>
              <a:t>FASE 6</a:t>
            </a:r>
          </a:p>
          <a:p>
            <a:pPr marL="1200150" lvl="2" indent="-285750">
              <a:buFont typeface="Arial" panose="020B0604020202020204" pitchFamily="34" charset="0"/>
              <a:buChar char="•"/>
            </a:pPr>
            <a:r>
              <a:rPr lang="es-MX" sz="1200" dirty="0">
                <a:solidFill>
                  <a:schemeClr val="accent1">
                    <a:lumMod val="50000"/>
                  </a:schemeClr>
                </a:solidFill>
              </a:rPr>
              <a:t>Columnas</a:t>
            </a:r>
          </a:p>
          <a:p>
            <a:pPr marL="1200150" lvl="2" indent="-285750">
              <a:buFont typeface="Arial" panose="020B0604020202020204" pitchFamily="34" charset="0"/>
              <a:buChar char="•"/>
            </a:pPr>
            <a:r>
              <a:rPr lang="es-MX" sz="1200" dirty="0">
                <a:solidFill>
                  <a:schemeClr val="accent1">
                    <a:lumMod val="50000"/>
                  </a:schemeClr>
                </a:solidFill>
              </a:rPr>
              <a:t>Escaleras</a:t>
            </a:r>
          </a:p>
          <a:p>
            <a:pPr marL="742950" lvl="1" indent="-285750">
              <a:buFont typeface="Arial" panose="020B0604020202020204" pitchFamily="34" charset="0"/>
              <a:buChar char="•"/>
            </a:pPr>
            <a:endParaRPr lang="es-MX" sz="1200" dirty="0"/>
          </a:p>
          <a:p>
            <a:pPr marL="1200150" lvl="2" indent="-285750">
              <a:buFont typeface="Arial" panose="020B0604020202020204" pitchFamily="34" charset="0"/>
              <a:buChar char="•"/>
            </a:pPr>
            <a:endParaRPr lang="es-MX" sz="1200" dirty="0"/>
          </a:p>
        </p:txBody>
      </p:sp>
      <p:sp>
        <p:nvSpPr>
          <p:cNvPr id="23" name="CuadroTexto 22">
            <a:extLst>
              <a:ext uri="{FF2B5EF4-FFF2-40B4-BE49-F238E27FC236}">
                <a16:creationId xmlns:a16="http://schemas.microsoft.com/office/drawing/2014/main" id="{553FCC6E-6357-35E1-0F12-4BF3FC0CB268}"/>
              </a:ext>
            </a:extLst>
          </p:cNvPr>
          <p:cNvSpPr txBox="1"/>
          <p:nvPr/>
        </p:nvSpPr>
        <p:spPr>
          <a:xfrm>
            <a:off x="6096000" y="4139458"/>
            <a:ext cx="5804312" cy="646331"/>
          </a:xfrm>
          <a:prstGeom prst="rect">
            <a:avLst/>
          </a:prstGeom>
          <a:noFill/>
        </p:spPr>
        <p:txBody>
          <a:bodyPr wrap="square">
            <a:spAutoFit/>
          </a:bodyPr>
          <a:lstStyle/>
          <a:p>
            <a:pPr lvl="1"/>
            <a:r>
              <a:rPr lang="es-MX" sz="1200" b="1" dirty="0">
                <a:solidFill>
                  <a:schemeClr val="accent1">
                    <a:lumMod val="50000"/>
                  </a:schemeClr>
                </a:solidFill>
              </a:rPr>
              <a:t>UNA VEZ QUE SE INICIA LA INGENIERÍA, Y SE HA REVISADO EL PROYECTO, INGENIERÍA PUEDE SABER QUÉ PRODUCTOS LLEVA CADA FASE:</a:t>
            </a:r>
          </a:p>
          <a:p>
            <a:pPr marL="1200150" lvl="2" indent="-285750">
              <a:buFont typeface="Arial" panose="020B0604020202020204" pitchFamily="34" charset="0"/>
              <a:buChar char="•"/>
            </a:pPr>
            <a:endParaRPr lang="es-MX" sz="1200" b="1" dirty="0">
              <a:solidFill>
                <a:schemeClr val="accent1">
                  <a:lumMod val="50000"/>
                </a:schemeClr>
              </a:solidFill>
            </a:endParaRPr>
          </a:p>
        </p:txBody>
      </p:sp>
      <p:sp>
        <p:nvSpPr>
          <p:cNvPr id="24" name="CuadroTexto 23">
            <a:extLst>
              <a:ext uri="{FF2B5EF4-FFF2-40B4-BE49-F238E27FC236}">
                <a16:creationId xmlns:a16="http://schemas.microsoft.com/office/drawing/2014/main" id="{7BE21028-C323-BD48-792E-B8B9DE521487}"/>
              </a:ext>
            </a:extLst>
          </p:cNvPr>
          <p:cNvSpPr txBox="1"/>
          <p:nvPr/>
        </p:nvSpPr>
        <p:spPr>
          <a:xfrm>
            <a:off x="9382126" y="4785789"/>
            <a:ext cx="2696468" cy="1938992"/>
          </a:xfrm>
          <a:prstGeom prst="rect">
            <a:avLst/>
          </a:prstGeom>
          <a:noFill/>
        </p:spPr>
        <p:txBody>
          <a:bodyPr wrap="square" rtlCol="0">
            <a:spAutoFit/>
          </a:bodyPr>
          <a:lstStyle/>
          <a:p>
            <a:r>
              <a:rPr lang="es-MX" sz="1200" dirty="0">
                <a:solidFill>
                  <a:srgbClr val="00B0F0"/>
                </a:solidFill>
              </a:rPr>
              <a:t>La fecha de entrega de los productos es la misma que de la fase, la importancia de desglosarlo radica en que en ocasiones un ingeniero trabaja las columnas, y otro ingeniero trabaja las escaleras. </a:t>
            </a:r>
          </a:p>
          <a:p>
            <a:r>
              <a:rPr lang="es-MX" sz="1200" dirty="0">
                <a:solidFill>
                  <a:srgbClr val="00B0F0"/>
                </a:solidFill>
              </a:rPr>
              <a:t>O bien, puede existir un RFI que te afecta las vigas, pero no las escaleras, por lo que puedes cerrar un producto y dejar otro detenido.</a:t>
            </a:r>
          </a:p>
        </p:txBody>
      </p:sp>
      <p:cxnSp>
        <p:nvCxnSpPr>
          <p:cNvPr id="25" name="Conector recto de flecha 24">
            <a:extLst>
              <a:ext uri="{FF2B5EF4-FFF2-40B4-BE49-F238E27FC236}">
                <a16:creationId xmlns:a16="http://schemas.microsoft.com/office/drawing/2014/main" id="{267275C6-79F7-4161-0C45-32B4C4E207F9}"/>
              </a:ext>
            </a:extLst>
          </p:cNvPr>
          <p:cNvCxnSpPr>
            <a:cxnSpLocks/>
          </p:cNvCxnSpPr>
          <p:nvPr/>
        </p:nvCxnSpPr>
        <p:spPr>
          <a:xfrm>
            <a:off x="8264059" y="5433050"/>
            <a:ext cx="1118066" cy="0"/>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0654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echa: cheurón 3">
            <a:extLst>
              <a:ext uri="{FF2B5EF4-FFF2-40B4-BE49-F238E27FC236}">
                <a16:creationId xmlns:a16="http://schemas.microsoft.com/office/drawing/2014/main" id="{BB05E19B-3B40-8227-E76A-FBEE2166E6E1}"/>
              </a:ext>
            </a:extLst>
          </p:cNvPr>
          <p:cNvSpPr/>
          <p:nvPr/>
        </p:nvSpPr>
        <p:spPr>
          <a:xfrm>
            <a:off x="190500" y="97204"/>
            <a:ext cx="11915775" cy="217121"/>
          </a:xfrm>
          <a:prstGeom prst="chevron">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dirty="0">
                <a:solidFill>
                  <a:schemeClr val="bg1"/>
                </a:solidFill>
              </a:rPr>
              <a:t>ETAPAS DE LA INGENIERÍA </a:t>
            </a:r>
          </a:p>
        </p:txBody>
      </p:sp>
      <p:sp>
        <p:nvSpPr>
          <p:cNvPr id="5" name="Flecha: cheurón 4">
            <a:extLst>
              <a:ext uri="{FF2B5EF4-FFF2-40B4-BE49-F238E27FC236}">
                <a16:creationId xmlns:a16="http://schemas.microsoft.com/office/drawing/2014/main" id="{7AC625A1-7BF7-E5D6-4518-CDE0FA806AA6}"/>
              </a:ext>
            </a:extLst>
          </p:cNvPr>
          <p:cNvSpPr/>
          <p:nvPr/>
        </p:nvSpPr>
        <p:spPr>
          <a:xfrm>
            <a:off x="190502" y="433780"/>
            <a:ext cx="1828802" cy="461570"/>
          </a:xfrm>
          <a:prstGeom prst="chevron">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REVISIÓN DE INFORMACIÓN</a:t>
            </a:r>
          </a:p>
        </p:txBody>
      </p:sp>
      <p:sp>
        <p:nvSpPr>
          <p:cNvPr id="6" name="Flecha: cheurón 5">
            <a:extLst>
              <a:ext uri="{FF2B5EF4-FFF2-40B4-BE49-F238E27FC236}">
                <a16:creationId xmlns:a16="http://schemas.microsoft.com/office/drawing/2014/main" id="{15036CC0-E655-0FD6-6335-180A5AF12894}"/>
              </a:ext>
            </a:extLst>
          </p:cNvPr>
          <p:cNvSpPr/>
          <p:nvPr/>
        </p:nvSpPr>
        <p:spPr>
          <a:xfrm>
            <a:off x="1890714" y="433780"/>
            <a:ext cx="1733547" cy="461570"/>
          </a:xfrm>
          <a:prstGeom prst="chevron">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REQUISICIÓN PRELIMINAR</a:t>
            </a:r>
          </a:p>
        </p:txBody>
      </p:sp>
      <p:sp>
        <p:nvSpPr>
          <p:cNvPr id="7" name="Flecha: cheurón 6">
            <a:extLst>
              <a:ext uri="{FF2B5EF4-FFF2-40B4-BE49-F238E27FC236}">
                <a16:creationId xmlns:a16="http://schemas.microsoft.com/office/drawing/2014/main" id="{E4F20237-3191-3DBB-DD57-4748DEFB8456}"/>
              </a:ext>
            </a:extLst>
          </p:cNvPr>
          <p:cNvSpPr/>
          <p:nvPr/>
        </p:nvSpPr>
        <p:spPr>
          <a:xfrm>
            <a:off x="3521876" y="433780"/>
            <a:ext cx="1733547"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MODELADO</a:t>
            </a:r>
          </a:p>
        </p:txBody>
      </p:sp>
      <p:sp>
        <p:nvSpPr>
          <p:cNvPr id="8" name="Flecha: cheurón 7">
            <a:extLst>
              <a:ext uri="{FF2B5EF4-FFF2-40B4-BE49-F238E27FC236}">
                <a16:creationId xmlns:a16="http://schemas.microsoft.com/office/drawing/2014/main" id="{F176CE79-B46E-ECD6-ADBD-B9FA5AD55ED8}"/>
              </a:ext>
            </a:extLst>
          </p:cNvPr>
          <p:cNvSpPr/>
          <p:nvPr/>
        </p:nvSpPr>
        <p:spPr>
          <a:xfrm>
            <a:off x="5155409" y="433780"/>
            <a:ext cx="1874042"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MODELADO DE CONEXIONES</a:t>
            </a:r>
          </a:p>
        </p:txBody>
      </p:sp>
      <p:sp>
        <p:nvSpPr>
          <p:cNvPr id="9" name="Flecha: cheurón 8">
            <a:extLst>
              <a:ext uri="{FF2B5EF4-FFF2-40B4-BE49-F238E27FC236}">
                <a16:creationId xmlns:a16="http://schemas.microsoft.com/office/drawing/2014/main" id="{9353E674-C140-0147-8EF9-9DA8B82FBBED}"/>
              </a:ext>
            </a:extLst>
          </p:cNvPr>
          <p:cNvSpPr/>
          <p:nvPr/>
        </p:nvSpPr>
        <p:spPr>
          <a:xfrm>
            <a:off x="6924675" y="433780"/>
            <a:ext cx="1733547"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PLANOS DE FABRICACIÓN</a:t>
            </a:r>
          </a:p>
        </p:txBody>
      </p:sp>
      <p:sp>
        <p:nvSpPr>
          <p:cNvPr id="10" name="Flecha: cheurón 9">
            <a:extLst>
              <a:ext uri="{FF2B5EF4-FFF2-40B4-BE49-F238E27FC236}">
                <a16:creationId xmlns:a16="http://schemas.microsoft.com/office/drawing/2014/main" id="{B6ABB348-00BA-9B8E-B832-900949E899F4}"/>
              </a:ext>
            </a:extLst>
          </p:cNvPr>
          <p:cNvSpPr/>
          <p:nvPr/>
        </p:nvSpPr>
        <p:spPr>
          <a:xfrm>
            <a:off x="8541549" y="433780"/>
            <a:ext cx="1728775"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PLANOS DE MONTAJE</a:t>
            </a:r>
          </a:p>
        </p:txBody>
      </p:sp>
      <p:sp>
        <p:nvSpPr>
          <p:cNvPr id="11" name="Flecha: cheurón 10">
            <a:extLst>
              <a:ext uri="{FF2B5EF4-FFF2-40B4-BE49-F238E27FC236}">
                <a16:creationId xmlns:a16="http://schemas.microsoft.com/office/drawing/2014/main" id="{3B98B995-99E8-B944-3531-55E0CE15EEA7}"/>
              </a:ext>
            </a:extLst>
          </p:cNvPr>
          <p:cNvSpPr/>
          <p:nvPr/>
        </p:nvSpPr>
        <p:spPr>
          <a:xfrm>
            <a:off x="10144126" y="433780"/>
            <a:ext cx="1962150"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NOTIFICACIÓN Y CIERRE</a:t>
            </a:r>
          </a:p>
        </p:txBody>
      </p:sp>
      <p:pic>
        <p:nvPicPr>
          <p:cNvPr id="12" name="Imagen 11">
            <a:extLst>
              <a:ext uri="{FF2B5EF4-FFF2-40B4-BE49-F238E27FC236}">
                <a16:creationId xmlns:a16="http://schemas.microsoft.com/office/drawing/2014/main" id="{CCA32F04-00FA-B729-3888-1A82E8640D5A}"/>
              </a:ext>
            </a:extLst>
          </p:cNvPr>
          <p:cNvPicPr>
            <a:picLocks noChangeAspect="1"/>
          </p:cNvPicPr>
          <p:nvPr/>
        </p:nvPicPr>
        <p:blipFill>
          <a:blip r:embed="rId2"/>
          <a:srcRect l="1940"/>
          <a:stretch>
            <a:fillRect/>
          </a:stretch>
        </p:blipFill>
        <p:spPr>
          <a:xfrm>
            <a:off x="0" y="1349273"/>
            <a:ext cx="5778803" cy="3968954"/>
          </a:xfrm>
          <a:prstGeom prst="rect">
            <a:avLst/>
          </a:prstGeom>
        </p:spPr>
      </p:pic>
      <p:sp>
        <p:nvSpPr>
          <p:cNvPr id="13" name="CuadroTexto 12">
            <a:extLst>
              <a:ext uri="{FF2B5EF4-FFF2-40B4-BE49-F238E27FC236}">
                <a16:creationId xmlns:a16="http://schemas.microsoft.com/office/drawing/2014/main" id="{7F74BD5E-3AB0-03AC-ED75-437C2F364E2C}"/>
              </a:ext>
            </a:extLst>
          </p:cNvPr>
          <p:cNvSpPr txBox="1"/>
          <p:nvPr/>
        </p:nvSpPr>
        <p:spPr>
          <a:xfrm>
            <a:off x="6924675" y="1112274"/>
            <a:ext cx="3670850" cy="1569660"/>
          </a:xfrm>
          <a:prstGeom prst="rect">
            <a:avLst/>
          </a:prstGeom>
          <a:noFill/>
        </p:spPr>
        <p:txBody>
          <a:bodyPr wrap="square" rtlCol="0">
            <a:spAutoFit/>
          </a:bodyPr>
          <a:lstStyle/>
          <a:p>
            <a:r>
              <a:rPr lang="es-MX" sz="1200" b="1" dirty="0">
                <a:solidFill>
                  <a:schemeClr val="accent5">
                    <a:lumMod val="50000"/>
                  </a:schemeClr>
                </a:solidFill>
              </a:rPr>
              <a:t>REVISIÓN DE LA INFORMACIÓN</a:t>
            </a:r>
          </a:p>
          <a:p>
            <a:r>
              <a:rPr lang="es-MX" sz="1200" dirty="0">
                <a:solidFill>
                  <a:schemeClr val="accent5">
                    <a:lumMod val="50000"/>
                  </a:schemeClr>
                </a:solidFill>
              </a:rPr>
              <a:t>El ingeniero revisa los planos estructurales recibidos, y se asegura de que cuenta con todas las medidas, materiales, niveles, y detalles de conexión para poder modelar la estructura de la manera en que se necesita en obra. </a:t>
            </a:r>
          </a:p>
          <a:p>
            <a:r>
              <a:rPr lang="es-MX" sz="1200" dirty="0">
                <a:solidFill>
                  <a:schemeClr val="accent5">
                    <a:lumMod val="50000"/>
                  </a:schemeClr>
                </a:solidFill>
              </a:rPr>
              <a:t>Cuando un dato se contradice, o bien está faltante, envía un RFI.</a:t>
            </a:r>
          </a:p>
        </p:txBody>
      </p:sp>
      <p:pic>
        <p:nvPicPr>
          <p:cNvPr id="15" name="Imagen 14">
            <a:extLst>
              <a:ext uri="{FF2B5EF4-FFF2-40B4-BE49-F238E27FC236}">
                <a16:creationId xmlns:a16="http://schemas.microsoft.com/office/drawing/2014/main" id="{FD3A19D6-E356-1C40-0DA5-A268AE558ECB}"/>
              </a:ext>
            </a:extLst>
          </p:cNvPr>
          <p:cNvPicPr>
            <a:picLocks noChangeAspect="1"/>
          </p:cNvPicPr>
          <p:nvPr/>
        </p:nvPicPr>
        <p:blipFill>
          <a:blip r:embed="rId3"/>
          <a:stretch>
            <a:fillRect/>
          </a:stretch>
        </p:blipFill>
        <p:spPr>
          <a:xfrm>
            <a:off x="6924675" y="4531823"/>
            <a:ext cx="4654789" cy="1892397"/>
          </a:xfrm>
          <a:prstGeom prst="rect">
            <a:avLst/>
          </a:prstGeom>
        </p:spPr>
      </p:pic>
      <p:sp>
        <p:nvSpPr>
          <p:cNvPr id="14" name="CuadroTexto 13">
            <a:extLst>
              <a:ext uri="{FF2B5EF4-FFF2-40B4-BE49-F238E27FC236}">
                <a16:creationId xmlns:a16="http://schemas.microsoft.com/office/drawing/2014/main" id="{017A0527-139F-FD40-BFCE-C3D714A540B0}"/>
              </a:ext>
            </a:extLst>
          </p:cNvPr>
          <p:cNvSpPr txBox="1"/>
          <p:nvPr/>
        </p:nvSpPr>
        <p:spPr>
          <a:xfrm>
            <a:off x="6924675" y="2745239"/>
            <a:ext cx="3670850" cy="1384995"/>
          </a:xfrm>
          <a:prstGeom prst="rect">
            <a:avLst/>
          </a:prstGeom>
          <a:noFill/>
        </p:spPr>
        <p:txBody>
          <a:bodyPr wrap="square" rtlCol="0">
            <a:spAutoFit/>
          </a:bodyPr>
          <a:lstStyle/>
          <a:p>
            <a:r>
              <a:rPr lang="es-MX" sz="1200" b="1" dirty="0">
                <a:solidFill>
                  <a:schemeClr val="accent5">
                    <a:lumMod val="50000"/>
                  </a:schemeClr>
                </a:solidFill>
              </a:rPr>
              <a:t>REQUISICIÓN PRELIMINAR</a:t>
            </a:r>
          </a:p>
          <a:p>
            <a:r>
              <a:rPr lang="es-MX" sz="1200" dirty="0">
                <a:solidFill>
                  <a:schemeClr val="accent5">
                    <a:lumMod val="50000"/>
                  </a:schemeClr>
                </a:solidFill>
              </a:rPr>
              <a:t>Se cuantifican longitudes de perfiles preliminarmente o bien se levanta el modelo para sacar un reporte con la cuantificación del material necesario. </a:t>
            </a:r>
          </a:p>
          <a:p>
            <a:r>
              <a:rPr lang="es-MX" sz="1200" dirty="0">
                <a:solidFill>
                  <a:schemeClr val="accent5">
                    <a:lumMod val="50000"/>
                  </a:schemeClr>
                </a:solidFill>
              </a:rPr>
              <a:t>Y se pasa una lista de cantidad de material para que se pueda ir adelantando la compra y lleguen a planta a tiempo para fabricación</a:t>
            </a:r>
          </a:p>
        </p:txBody>
      </p:sp>
    </p:spTree>
    <p:extLst>
      <p:ext uri="{BB962C8B-B14F-4D97-AF65-F5344CB8AC3E}">
        <p14:creationId xmlns:p14="http://schemas.microsoft.com/office/powerpoint/2010/main" val="3744879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EAEF-8AC2-4D31-EA7E-816027DB4868}"/>
            </a:ext>
          </a:extLst>
        </p:cNvPr>
        <p:cNvGrpSpPr/>
        <p:nvPr/>
      </p:nvGrpSpPr>
      <p:grpSpPr>
        <a:xfrm>
          <a:off x="0" y="0"/>
          <a:ext cx="0" cy="0"/>
          <a:chOff x="0" y="0"/>
          <a:chExt cx="0" cy="0"/>
        </a:xfrm>
      </p:grpSpPr>
      <p:sp>
        <p:nvSpPr>
          <p:cNvPr id="4" name="Flecha: cheurón 3">
            <a:extLst>
              <a:ext uri="{FF2B5EF4-FFF2-40B4-BE49-F238E27FC236}">
                <a16:creationId xmlns:a16="http://schemas.microsoft.com/office/drawing/2014/main" id="{3D750192-8F43-5AC9-3A0A-284404FFD16D}"/>
              </a:ext>
            </a:extLst>
          </p:cNvPr>
          <p:cNvSpPr/>
          <p:nvPr/>
        </p:nvSpPr>
        <p:spPr>
          <a:xfrm>
            <a:off x="190500" y="97204"/>
            <a:ext cx="11915775" cy="217121"/>
          </a:xfrm>
          <a:prstGeom prst="chevron">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dirty="0">
                <a:solidFill>
                  <a:schemeClr val="bg1"/>
                </a:solidFill>
              </a:rPr>
              <a:t>ETAPAS DE LA INGENIERÍA </a:t>
            </a:r>
          </a:p>
        </p:txBody>
      </p:sp>
      <p:sp>
        <p:nvSpPr>
          <p:cNvPr id="5" name="Flecha: cheurón 4">
            <a:extLst>
              <a:ext uri="{FF2B5EF4-FFF2-40B4-BE49-F238E27FC236}">
                <a16:creationId xmlns:a16="http://schemas.microsoft.com/office/drawing/2014/main" id="{BFCD76EC-D95B-09A1-EF9D-6DD247E00486}"/>
              </a:ext>
            </a:extLst>
          </p:cNvPr>
          <p:cNvSpPr/>
          <p:nvPr/>
        </p:nvSpPr>
        <p:spPr>
          <a:xfrm>
            <a:off x="190502" y="433780"/>
            <a:ext cx="1828802"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REVISIÓN DE INFORMACIÓN</a:t>
            </a:r>
          </a:p>
        </p:txBody>
      </p:sp>
      <p:sp>
        <p:nvSpPr>
          <p:cNvPr id="6" name="Flecha: cheurón 5">
            <a:extLst>
              <a:ext uri="{FF2B5EF4-FFF2-40B4-BE49-F238E27FC236}">
                <a16:creationId xmlns:a16="http://schemas.microsoft.com/office/drawing/2014/main" id="{AE736160-0AF3-FBB6-5CF8-2B0526406A0F}"/>
              </a:ext>
            </a:extLst>
          </p:cNvPr>
          <p:cNvSpPr/>
          <p:nvPr/>
        </p:nvSpPr>
        <p:spPr>
          <a:xfrm>
            <a:off x="1890714" y="433780"/>
            <a:ext cx="1733547"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REQUISICIÓN PRELIMINAR</a:t>
            </a:r>
          </a:p>
        </p:txBody>
      </p:sp>
      <p:sp>
        <p:nvSpPr>
          <p:cNvPr id="7" name="Flecha: cheurón 6">
            <a:extLst>
              <a:ext uri="{FF2B5EF4-FFF2-40B4-BE49-F238E27FC236}">
                <a16:creationId xmlns:a16="http://schemas.microsoft.com/office/drawing/2014/main" id="{78D195C3-24DF-0DC9-B26B-5354D47EF347}"/>
              </a:ext>
            </a:extLst>
          </p:cNvPr>
          <p:cNvSpPr/>
          <p:nvPr/>
        </p:nvSpPr>
        <p:spPr>
          <a:xfrm>
            <a:off x="3521876" y="433780"/>
            <a:ext cx="1733547" cy="461570"/>
          </a:xfrm>
          <a:prstGeom prst="chevron">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MODELADO</a:t>
            </a:r>
          </a:p>
        </p:txBody>
      </p:sp>
      <p:sp>
        <p:nvSpPr>
          <p:cNvPr id="8" name="Flecha: cheurón 7">
            <a:extLst>
              <a:ext uri="{FF2B5EF4-FFF2-40B4-BE49-F238E27FC236}">
                <a16:creationId xmlns:a16="http://schemas.microsoft.com/office/drawing/2014/main" id="{AA4CA44A-99A4-8C35-E33D-80A9D68C8D59}"/>
              </a:ext>
            </a:extLst>
          </p:cNvPr>
          <p:cNvSpPr/>
          <p:nvPr/>
        </p:nvSpPr>
        <p:spPr>
          <a:xfrm>
            <a:off x="5155409" y="433780"/>
            <a:ext cx="1874042" cy="461570"/>
          </a:xfrm>
          <a:prstGeom prst="chevron">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MODELADO DE CONEXIONES</a:t>
            </a:r>
          </a:p>
        </p:txBody>
      </p:sp>
      <p:sp>
        <p:nvSpPr>
          <p:cNvPr id="9" name="Flecha: cheurón 8">
            <a:extLst>
              <a:ext uri="{FF2B5EF4-FFF2-40B4-BE49-F238E27FC236}">
                <a16:creationId xmlns:a16="http://schemas.microsoft.com/office/drawing/2014/main" id="{1409A924-9225-EB31-AC7E-3F6ED9100E88}"/>
              </a:ext>
            </a:extLst>
          </p:cNvPr>
          <p:cNvSpPr/>
          <p:nvPr/>
        </p:nvSpPr>
        <p:spPr>
          <a:xfrm>
            <a:off x="6924675" y="433780"/>
            <a:ext cx="1733547"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PLANOS DE FABRICACIÓN</a:t>
            </a:r>
          </a:p>
        </p:txBody>
      </p:sp>
      <p:sp>
        <p:nvSpPr>
          <p:cNvPr id="10" name="Flecha: cheurón 9">
            <a:extLst>
              <a:ext uri="{FF2B5EF4-FFF2-40B4-BE49-F238E27FC236}">
                <a16:creationId xmlns:a16="http://schemas.microsoft.com/office/drawing/2014/main" id="{459CB942-E9D8-6588-422B-D2FFDA0C150A}"/>
              </a:ext>
            </a:extLst>
          </p:cNvPr>
          <p:cNvSpPr/>
          <p:nvPr/>
        </p:nvSpPr>
        <p:spPr>
          <a:xfrm>
            <a:off x="8541549" y="433780"/>
            <a:ext cx="1728775"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PLANOS DE MONTAJE</a:t>
            </a:r>
          </a:p>
        </p:txBody>
      </p:sp>
      <p:sp>
        <p:nvSpPr>
          <p:cNvPr id="11" name="Flecha: cheurón 10">
            <a:extLst>
              <a:ext uri="{FF2B5EF4-FFF2-40B4-BE49-F238E27FC236}">
                <a16:creationId xmlns:a16="http://schemas.microsoft.com/office/drawing/2014/main" id="{2BCA881C-DE7D-B6FE-C960-493D5A7BB2F6}"/>
              </a:ext>
            </a:extLst>
          </p:cNvPr>
          <p:cNvSpPr/>
          <p:nvPr/>
        </p:nvSpPr>
        <p:spPr>
          <a:xfrm>
            <a:off x="10144126" y="433780"/>
            <a:ext cx="1962150"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NOTIFICACIÓN Y CIERRE</a:t>
            </a:r>
          </a:p>
        </p:txBody>
      </p:sp>
      <p:sp>
        <p:nvSpPr>
          <p:cNvPr id="13" name="CuadroTexto 12">
            <a:extLst>
              <a:ext uri="{FF2B5EF4-FFF2-40B4-BE49-F238E27FC236}">
                <a16:creationId xmlns:a16="http://schemas.microsoft.com/office/drawing/2014/main" id="{D4C32A05-9318-3BF6-8D63-8F9E25590AFD}"/>
              </a:ext>
            </a:extLst>
          </p:cNvPr>
          <p:cNvSpPr txBox="1"/>
          <p:nvPr/>
        </p:nvSpPr>
        <p:spPr>
          <a:xfrm>
            <a:off x="523876" y="1394162"/>
            <a:ext cx="3670850" cy="1200329"/>
          </a:xfrm>
          <a:prstGeom prst="rect">
            <a:avLst/>
          </a:prstGeom>
          <a:noFill/>
        </p:spPr>
        <p:txBody>
          <a:bodyPr wrap="square" rtlCol="0">
            <a:spAutoFit/>
          </a:bodyPr>
          <a:lstStyle/>
          <a:p>
            <a:r>
              <a:rPr lang="es-MX" sz="1200" b="1" dirty="0">
                <a:solidFill>
                  <a:schemeClr val="accent5">
                    <a:lumMod val="50000"/>
                  </a:schemeClr>
                </a:solidFill>
              </a:rPr>
              <a:t>MODELADO</a:t>
            </a:r>
          </a:p>
          <a:p>
            <a:r>
              <a:rPr lang="es-MX" sz="1200" dirty="0">
                <a:solidFill>
                  <a:schemeClr val="accent5">
                    <a:lumMod val="50000"/>
                  </a:schemeClr>
                </a:solidFill>
              </a:rPr>
              <a:t>El modelado, implica que se reflejan todos los elementos estructurales del AREA y de la FASE, con su material correcto y su longitud correcta, sin embargo no se ha detallado la conexión, es decir, la soldadura o los tornillos con los que se une una pieza con otra.</a:t>
            </a:r>
          </a:p>
        </p:txBody>
      </p:sp>
      <p:pic>
        <p:nvPicPr>
          <p:cNvPr id="3" name="Imagen 2">
            <a:extLst>
              <a:ext uri="{FF2B5EF4-FFF2-40B4-BE49-F238E27FC236}">
                <a16:creationId xmlns:a16="http://schemas.microsoft.com/office/drawing/2014/main" id="{A03978ED-3C66-ABD9-9894-6FE38557385C}"/>
              </a:ext>
            </a:extLst>
          </p:cNvPr>
          <p:cNvPicPr>
            <a:picLocks noChangeAspect="1"/>
          </p:cNvPicPr>
          <p:nvPr/>
        </p:nvPicPr>
        <p:blipFill>
          <a:blip r:embed="rId2"/>
          <a:stretch>
            <a:fillRect/>
          </a:stretch>
        </p:blipFill>
        <p:spPr>
          <a:xfrm>
            <a:off x="523876" y="2959953"/>
            <a:ext cx="5229245" cy="3126522"/>
          </a:xfrm>
          <a:prstGeom prst="rect">
            <a:avLst/>
          </a:prstGeom>
        </p:spPr>
      </p:pic>
      <p:pic>
        <p:nvPicPr>
          <p:cNvPr id="14" name="Imagen 13">
            <a:extLst>
              <a:ext uri="{FF2B5EF4-FFF2-40B4-BE49-F238E27FC236}">
                <a16:creationId xmlns:a16="http://schemas.microsoft.com/office/drawing/2014/main" id="{F30E7B97-2473-5898-6A93-EBA7D9B02C48}"/>
              </a:ext>
            </a:extLst>
          </p:cNvPr>
          <p:cNvPicPr>
            <a:picLocks noChangeAspect="1"/>
          </p:cNvPicPr>
          <p:nvPr/>
        </p:nvPicPr>
        <p:blipFill>
          <a:blip r:embed="rId3"/>
          <a:stretch>
            <a:fillRect/>
          </a:stretch>
        </p:blipFill>
        <p:spPr>
          <a:xfrm>
            <a:off x="5986462" y="1374570"/>
            <a:ext cx="3139415" cy="3052370"/>
          </a:xfrm>
          <a:prstGeom prst="rect">
            <a:avLst/>
          </a:prstGeom>
        </p:spPr>
      </p:pic>
      <p:pic>
        <p:nvPicPr>
          <p:cNvPr id="16" name="Imagen 15">
            <a:extLst>
              <a:ext uri="{FF2B5EF4-FFF2-40B4-BE49-F238E27FC236}">
                <a16:creationId xmlns:a16="http://schemas.microsoft.com/office/drawing/2014/main" id="{54D6A150-373D-F743-BE2C-23440FF15BAF}"/>
              </a:ext>
            </a:extLst>
          </p:cNvPr>
          <p:cNvPicPr>
            <a:picLocks noChangeAspect="1"/>
          </p:cNvPicPr>
          <p:nvPr/>
        </p:nvPicPr>
        <p:blipFill>
          <a:blip r:embed="rId4"/>
          <a:stretch>
            <a:fillRect/>
          </a:stretch>
        </p:blipFill>
        <p:spPr>
          <a:xfrm>
            <a:off x="5986462" y="4523214"/>
            <a:ext cx="3905251" cy="2162554"/>
          </a:xfrm>
          <a:prstGeom prst="rect">
            <a:avLst/>
          </a:prstGeom>
        </p:spPr>
      </p:pic>
      <p:sp>
        <p:nvSpPr>
          <p:cNvPr id="17" name="CuadroTexto 16">
            <a:extLst>
              <a:ext uri="{FF2B5EF4-FFF2-40B4-BE49-F238E27FC236}">
                <a16:creationId xmlns:a16="http://schemas.microsoft.com/office/drawing/2014/main" id="{86513EBA-16E7-8F80-C7E7-2C359C0B95CB}"/>
              </a:ext>
            </a:extLst>
          </p:cNvPr>
          <p:cNvSpPr txBox="1"/>
          <p:nvPr/>
        </p:nvSpPr>
        <p:spPr>
          <a:xfrm>
            <a:off x="9256952" y="1331095"/>
            <a:ext cx="2849323" cy="1569660"/>
          </a:xfrm>
          <a:prstGeom prst="rect">
            <a:avLst/>
          </a:prstGeom>
          <a:noFill/>
        </p:spPr>
        <p:txBody>
          <a:bodyPr wrap="square" rtlCol="0">
            <a:spAutoFit/>
          </a:bodyPr>
          <a:lstStyle/>
          <a:p>
            <a:r>
              <a:rPr lang="es-MX" sz="1200" b="1" dirty="0">
                <a:solidFill>
                  <a:schemeClr val="accent5">
                    <a:lumMod val="50000"/>
                  </a:schemeClr>
                </a:solidFill>
              </a:rPr>
              <a:t>MODELADO DE CONEXIONES</a:t>
            </a:r>
          </a:p>
          <a:p>
            <a:r>
              <a:rPr lang="es-MX" sz="1200" dirty="0">
                <a:solidFill>
                  <a:schemeClr val="accent5">
                    <a:lumMod val="50000"/>
                  </a:schemeClr>
                </a:solidFill>
              </a:rPr>
              <a:t>En esta etapa, se indica a un nivel de detalle más amplio cómo se une cada uno de los elementos de la estructura, por ejemplo, si lleva placas para atornillar un elemento, cuántos barrenos y cuántos tornillos se requieren, en donde lleva soldadura la pieza. </a:t>
            </a:r>
          </a:p>
        </p:txBody>
      </p:sp>
      <p:sp>
        <p:nvSpPr>
          <p:cNvPr id="18" name="Elipse 17">
            <a:extLst>
              <a:ext uri="{FF2B5EF4-FFF2-40B4-BE49-F238E27FC236}">
                <a16:creationId xmlns:a16="http://schemas.microsoft.com/office/drawing/2014/main" id="{BE1308F2-01A1-A0EF-8E88-195AAD08A73E}"/>
              </a:ext>
            </a:extLst>
          </p:cNvPr>
          <p:cNvSpPr/>
          <p:nvPr/>
        </p:nvSpPr>
        <p:spPr>
          <a:xfrm>
            <a:off x="6310313" y="1601361"/>
            <a:ext cx="1438275" cy="1466850"/>
          </a:xfrm>
          <a:prstGeom prst="ellipse">
            <a:avLst/>
          </a:prstGeom>
          <a:noFill/>
          <a:ln w="28575">
            <a:solidFill>
              <a:srgbClr val="C0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20" name="Conector recto de flecha 19">
            <a:extLst>
              <a:ext uri="{FF2B5EF4-FFF2-40B4-BE49-F238E27FC236}">
                <a16:creationId xmlns:a16="http://schemas.microsoft.com/office/drawing/2014/main" id="{1FEEC9A5-1B63-1219-719A-8929DE823ADD}"/>
              </a:ext>
            </a:extLst>
          </p:cNvPr>
          <p:cNvCxnSpPr>
            <a:cxnSpLocks/>
          </p:cNvCxnSpPr>
          <p:nvPr/>
        </p:nvCxnSpPr>
        <p:spPr>
          <a:xfrm>
            <a:off x="7029451" y="2460485"/>
            <a:ext cx="2647950" cy="1369726"/>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6DE9140E-931F-65B1-AD9A-CAC18A22C113}"/>
              </a:ext>
            </a:extLst>
          </p:cNvPr>
          <p:cNvSpPr txBox="1"/>
          <p:nvPr/>
        </p:nvSpPr>
        <p:spPr>
          <a:xfrm>
            <a:off x="9985398" y="3159810"/>
            <a:ext cx="1958952" cy="3416320"/>
          </a:xfrm>
          <a:prstGeom prst="rect">
            <a:avLst/>
          </a:prstGeom>
          <a:noFill/>
        </p:spPr>
        <p:txBody>
          <a:bodyPr wrap="square" rtlCol="0">
            <a:spAutoFit/>
          </a:bodyPr>
          <a:lstStyle/>
          <a:p>
            <a:r>
              <a:rPr lang="es-MX" sz="1200" dirty="0">
                <a:solidFill>
                  <a:srgbClr val="00B0F0"/>
                </a:solidFill>
              </a:rPr>
              <a:t>En esta etapa pueden generarse RFI, aunque en un principio no se haya visto. </a:t>
            </a:r>
          </a:p>
          <a:p>
            <a:r>
              <a:rPr lang="es-MX" sz="1200" dirty="0">
                <a:solidFill>
                  <a:srgbClr val="00B0F0"/>
                </a:solidFill>
              </a:rPr>
              <a:t>Por ejemplo, el detalle muestra un posible problema de montaje, los tornillos de la viga pequeña están muy pegados al patín de la columna, en ese espacio no cabe el torquímetro para apretar los tornillos, por lo que se notifica al cliente para cambiar el detalle de conexión, mientras tanto, la columna y la viga </a:t>
            </a:r>
            <a:r>
              <a:rPr lang="es-MX" sz="1200" b="1" dirty="0">
                <a:solidFill>
                  <a:srgbClr val="00B0F0"/>
                </a:solidFill>
              </a:rPr>
              <a:t>no pueden liberarse para fabricación</a:t>
            </a:r>
            <a:r>
              <a:rPr lang="es-MX" sz="1200" dirty="0">
                <a:solidFill>
                  <a:srgbClr val="00B0F0"/>
                </a:solidFill>
              </a:rPr>
              <a:t>.</a:t>
            </a:r>
          </a:p>
        </p:txBody>
      </p:sp>
    </p:spTree>
    <p:extLst>
      <p:ext uri="{BB962C8B-B14F-4D97-AF65-F5344CB8AC3E}">
        <p14:creationId xmlns:p14="http://schemas.microsoft.com/office/powerpoint/2010/main" val="2008846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8BAA8-2502-A666-35BF-10F080B7513D}"/>
            </a:ext>
          </a:extLst>
        </p:cNvPr>
        <p:cNvGrpSpPr/>
        <p:nvPr/>
      </p:nvGrpSpPr>
      <p:grpSpPr>
        <a:xfrm>
          <a:off x="0" y="0"/>
          <a:ext cx="0" cy="0"/>
          <a:chOff x="0" y="0"/>
          <a:chExt cx="0" cy="0"/>
        </a:xfrm>
      </p:grpSpPr>
      <p:sp>
        <p:nvSpPr>
          <p:cNvPr id="4" name="Flecha: cheurón 3">
            <a:extLst>
              <a:ext uri="{FF2B5EF4-FFF2-40B4-BE49-F238E27FC236}">
                <a16:creationId xmlns:a16="http://schemas.microsoft.com/office/drawing/2014/main" id="{4062BA42-08F1-A1A5-75E2-0506E8312E71}"/>
              </a:ext>
            </a:extLst>
          </p:cNvPr>
          <p:cNvSpPr/>
          <p:nvPr/>
        </p:nvSpPr>
        <p:spPr>
          <a:xfrm>
            <a:off x="190500" y="97204"/>
            <a:ext cx="11915775" cy="217121"/>
          </a:xfrm>
          <a:prstGeom prst="chevron">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dirty="0">
                <a:solidFill>
                  <a:schemeClr val="bg1"/>
                </a:solidFill>
              </a:rPr>
              <a:t>ETAPAS DE LA INGENIERÍA </a:t>
            </a:r>
          </a:p>
        </p:txBody>
      </p:sp>
      <p:sp>
        <p:nvSpPr>
          <p:cNvPr id="5" name="Flecha: cheurón 4">
            <a:extLst>
              <a:ext uri="{FF2B5EF4-FFF2-40B4-BE49-F238E27FC236}">
                <a16:creationId xmlns:a16="http://schemas.microsoft.com/office/drawing/2014/main" id="{8BE5F714-3B1D-D2DD-98EA-5FC47D10C918}"/>
              </a:ext>
            </a:extLst>
          </p:cNvPr>
          <p:cNvSpPr/>
          <p:nvPr/>
        </p:nvSpPr>
        <p:spPr>
          <a:xfrm>
            <a:off x="190502" y="433780"/>
            <a:ext cx="1828802"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REVISIÓN DE INFORMACIÓN</a:t>
            </a:r>
          </a:p>
        </p:txBody>
      </p:sp>
      <p:sp>
        <p:nvSpPr>
          <p:cNvPr id="6" name="Flecha: cheurón 5">
            <a:extLst>
              <a:ext uri="{FF2B5EF4-FFF2-40B4-BE49-F238E27FC236}">
                <a16:creationId xmlns:a16="http://schemas.microsoft.com/office/drawing/2014/main" id="{977857B4-FF41-FA27-B006-A213F0A972A2}"/>
              </a:ext>
            </a:extLst>
          </p:cNvPr>
          <p:cNvSpPr/>
          <p:nvPr/>
        </p:nvSpPr>
        <p:spPr>
          <a:xfrm>
            <a:off x="1890714" y="433780"/>
            <a:ext cx="1733547"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REQUISICIÓN PRELIMINAR</a:t>
            </a:r>
          </a:p>
        </p:txBody>
      </p:sp>
      <p:sp>
        <p:nvSpPr>
          <p:cNvPr id="7" name="Flecha: cheurón 6">
            <a:extLst>
              <a:ext uri="{FF2B5EF4-FFF2-40B4-BE49-F238E27FC236}">
                <a16:creationId xmlns:a16="http://schemas.microsoft.com/office/drawing/2014/main" id="{A230065E-8AB5-E151-4166-BE471D06958F}"/>
              </a:ext>
            </a:extLst>
          </p:cNvPr>
          <p:cNvSpPr/>
          <p:nvPr/>
        </p:nvSpPr>
        <p:spPr>
          <a:xfrm>
            <a:off x="3521876" y="433780"/>
            <a:ext cx="1733547"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MODELADO</a:t>
            </a:r>
          </a:p>
        </p:txBody>
      </p:sp>
      <p:sp>
        <p:nvSpPr>
          <p:cNvPr id="8" name="Flecha: cheurón 7">
            <a:extLst>
              <a:ext uri="{FF2B5EF4-FFF2-40B4-BE49-F238E27FC236}">
                <a16:creationId xmlns:a16="http://schemas.microsoft.com/office/drawing/2014/main" id="{93C0BAD8-6A2E-FAAD-C154-8A3958D5C6B3}"/>
              </a:ext>
            </a:extLst>
          </p:cNvPr>
          <p:cNvSpPr/>
          <p:nvPr/>
        </p:nvSpPr>
        <p:spPr>
          <a:xfrm>
            <a:off x="5155409" y="433780"/>
            <a:ext cx="1874042"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MODELADO DE CONEXIONES</a:t>
            </a:r>
          </a:p>
        </p:txBody>
      </p:sp>
      <p:sp>
        <p:nvSpPr>
          <p:cNvPr id="9" name="Flecha: cheurón 8">
            <a:extLst>
              <a:ext uri="{FF2B5EF4-FFF2-40B4-BE49-F238E27FC236}">
                <a16:creationId xmlns:a16="http://schemas.microsoft.com/office/drawing/2014/main" id="{08F8E624-7BC9-EB9C-DDD5-D819AF96524D}"/>
              </a:ext>
            </a:extLst>
          </p:cNvPr>
          <p:cNvSpPr/>
          <p:nvPr/>
        </p:nvSpPr>
        <p:spPr>
          <a:xfrm>
            <a:off x="6924675" y="433780"/>
            <a:ext cx="1733547" cy="461570"/>
          </a:xfrm>
          <a:prstGeom prst="chevron">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PLANOS DE FABRICACIÓN</a:t>
            </a:r>
          </a:p>
        </p:txBody>
      </p:sp>
      <p:sp>
        <p:nvSpPr>
          <p:cNvPr id="10" name="Flecha: cheurón 9">
            <a:extLst>
              <a:ext uri="{FF2B5EF4-FFF2-40B4-BE49-F238E27FC236}">
                <a16:creationId xmlns:a16="http://schemas.microsoft.com/office/drawing/2014/main" id="{0260BA0D-7EBD-F2A9-8BE5-CD49CA59DD28}"/>
              </a:ext>
            </a:extLst>
          </p:cNvPr>
          <p:cNvSpPr/>
          <p:nvPr/>
        </p:nvSpPr>
        <p:spPr>
          <a:xfrm>
            <a:off x="8541549" y="433780"/>
            <a:ext cx="1728775"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PLANOS </a:t>
            </a:r>
            <a:r>
              <a:rPr lang="es-CO" sz="1400" b="1">
                <a:solidFill>
                  <a:schemeClr val="bg1"/>
                </a:solidFill>
              </a:rPr>
              <a:t>DE MONTAJE</a:t>
            </a:r>
            <a:endParaRPr lang="es-CO" sz="1400" b="1" dirty="0">
              <a:solidFill>
                <a:schemeClr val="bg1"/>
              </a:solidFill>
            </a:endParaRPr>
          </a:p>
        </p:txBody>
      </p:sp>
      <p:sp>
        <p:nvSpPr>
          <p:cNvPr id="11" name="Flecha: cheurón 10">
            <a:extLst>
              <a:ext uri="{FF2B5EF4-FFF2-40B4-BE49-F238E27FC236}">
                <a16:creationId xmlns:a16="http://schemas.microsoft.com/office/drawing/2014/main" id="{7532A923-6230-0776-F45B-F0CD6577AD29}"/>
              </a:ext>
            </a:extLst>
          </p:cNvPr>
          <p:cNvSpPr/>
          <p:nvPr/>
        </p:nvSpPr>
        <p:spPr>
          <a:xfrm>
            <a:off x="10144126" y="433780"/>
            <a:ext cx="1962150"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NOTIFICACIÓN Y CIERRE</a:t>
            </a:r>
          </a:p>
        </p:txBody>
      </p:sp>
      <p:sp>
        <p:nvSpPr>
          <p:cNvPr id="17" name="CuadroTexto 16">
            <a:extLst>
              <a:ext uri="{FF2B5EF4-FFF2-40B4-BE49-F238E27FC236}">
                <a16:creationId xmlns:a16="http://schemas.microsoft.com/office/drawing/2014/main" id="{7A64D978-A92E-C7B9-40D7-91F68806E607}"/>
              </a:ext>
            </a:extLst>
          </p:cNvPr>
          <p:cNvSpPr txBox="1"/>
          <p:nvPr/>
        </p:nvSpPr>
        <p:spPr>
          <a:xfrm>
            <a:off x="6600825" y="6325975"/>
            <a:ext cx="5667375" cy="461665"/>
          </a:xfrm>
          <a:prstGeom prst="rect">
            <a:avLst/>
          </a:prstGeom>
          <a:noFill/>
        </p:spPr>
        <p:txBody>
          <a:bodyPr wrap="square" rtlCol="0">
            <a:spAutoFit/>
          </a:bodyPr>
          <a:lstStyle/>
          <a:p>
            <a:r>
              <a:rPr lang="es-MX" sz="1200" dirty="0">
                <a:solidFill>
                  <a:schemeClr val="accent5">
                    <a:lumMod val="50000"/>
                  </a:schemeClr>
                </a:solidFill>
              </a:rPr>
              <a:t>El plano de fabricación indica las medidas de cada una de las placas que se ven soldadas en la columna, así como la medida de cada barreno que está hecho en las placas.</a:t>
            </a:r>
          </a:p>
        </p:txBody>
      </p:sp>
      <p:pic>
        <p:nvPicPr>
          <p:cNvPr id="2" name="Imagen 1">
            <a:extLst>
              <a:ext uri="{FF2B5EF4-FFF2-40B4-BE49-F238E27FC236}">
                <a16:creationId xmlns:a16="http://schemas.microsoft.com/office/drawing/2014/main" id="{6BD18CCD-A19A-0FB8-47BA-A5AC1836C5B8}"/>
              </a:ext>
            </a:extLst>
          </p:cNvPr>
          <p:cNvPicPr>
            <a:picLocks noChangeAspect="1"/>
          </p:cNvPicPr>
          <p:nvPr/>
        </p:nvPicPr>
        <p:blipFill>
          <a:blip r:embed="rId2"/>
          <a:stretch>
            <a:fillRect/>
          </a:stretch>
        </p:blipFill>
        <p:spPr>
          <a:xfrm>
            <a:off x="360013" y="2319816"/>
            <a:ext cx="6093135" cy="4104404"/>
          </a:xfrm>
          <a:prstGeom prst="rect">
            <a:avLst/>
          </a:prstGeom>
        </p:spPr>
      </p:pic>
      <p:sp>
        <p:nvSpPr>
          <p:cNvPr id="12" name="CuadroTexto 11">
            <a:extLst>
              <a:ext uri="{FF2B5EF4-FFF2-40B4-BE49-F238E27FC236}">
                <a16:creationId xmlns:a16="http://schemas.microsoft.com/office/drawing/2014/main" id="{C5B4D344-1480-8890-C3EE-5CB40769F495}"/>
              </a:ext>
            </a:extLst>
          </p:cNvPr>
          <p:cNvSpPr txBox="1"/>
          <p:nvPr/>
        </p:nvSpPr>
        <p:spPr>
          <a:xfrm>
            <a:off x="372736" y="1150120"/>
            <a:ext cx="2849323" cy="1015663"/>
          </a:xfrm>
          <a:prstGeom prst="rect">
            <a:avLst/>
          </a:prstGeom>
          <a:noFill/>
        </p:spPr>
        <p:txBody>
          <a:bodyPr wrap="square" rtlCol="0">
            <a:spAutoFit/>
          </a:bodyPr>
          <a:lstStyle/>
          <a:p>
            <a:r>
              <a:rPr lang="es-MX" sz="1200" b="1" dirty="0">
                <a:solidFill>
                  <a:schemeClr val="accent5">
                    <a:lumMod val="50000"/>
                  </a:schemeClr>
                </a:solidFill>
              </a:rPr>
              <a:t>PLANOS DE FABRICACIÓN</a:t>
            </a:r>
          </a:p>
          <a:p>
            <a:r>
              <a:rPr lang="es-MX" sz="1200" dirty="0">
                <a:solidFill>
                  <a:schemeClr val="accent5">
                    <a:lumMod val="50000"/>
                  </a:schemeClr>
                </a:solidFill>
              </a:rPr>
              <a:t>Los planos o croquis de fabricación, son los detalles técnicos con todas las medidas para que un armador y un soldador, puedan fabricar una elemento. </a:t>
            </a:r>
          </a:p>
        </p:txBody>
      </p:sp>
      <p:pic>
        <p:nvPicPr>
          <p:cNvPr id="19" name="Imagen 18">
            <a:extLst>
              <a:ext uri="{FF2B5EF4-FFF2-40B4-BE49-F238E27FC236}">
                <a16:creationId xmlns:a16="http://schemas.microsoft.com/office/drawing/2014/main" id="{68026318-6D5F-59C2-6961-58125D401461}"/>
              </a:ext>
            </a:extLst>
          </p:cNvPr>
          <p:cNvPicPr>
            <a:picLocks noChangeAspect="1"/>
          </p:cNvPicPr>
          <p:nvPr/>
        </p:nvPicPr>
        <p:blipFill>
          <a:blip r:embed="rId3"/>
          <a:stretch>
            <a:fillRect/>
          </a:stretch>
        </p:blipFill>
        <p:spPr>
          <a:xfrm>
            <a:off x="6691568" y="1267854"/>
            <a:ext cx="4743694" cy="2668328"/>
          </a:xfrm>
          <a:prstGeom prst="rect">
            <a:avLst/>
          </a:prstGeom>
        </p:spPr>
      </p:pic>
      <p:pic>
        <p:nvPicPr>
          <p:cNvPr id="22" name="Imagen 21">
            <a:extLst>
              <a:ext uri="{FF2B5EF4-FFF2-40B4-BE49-F238E27FC236}">
                <a16:creationId xmlns:a16="http://schemas.microsoft.com/office/drawing/2014/main" id="{51261C6F-09EF-7F61-5A24-3E400E3C76D0}"/>
              </a:ext>
            </a:extLst>
          </p:cNvPr>
          <p:cNvPicPr>
            <a:picLocks noChangeAspect="1"/>
          </p:cNvPicPr>
          <p:nvPr/>
        </p:nvPicPr>
        <p:blipFill>
          <a:blip r:embed="rId4"/>
          <a:stretch>
            <a:fillRect/>
          </a:stretch>
        </p:blipFill>
        <p:spPr>
          <a:xfrm>
            <a:off x="6691567" y="3975319"/>
            <a:ext cx="4743694" cy="2311519"/>
          </a:xfrm>
          <a:prstGeom prst="rect">
            <a:avLst/>
          </a:prstGeom>
        </p:spPr>
      </p:pic>
    </p:spTree>
    <p:extLst>
      <p:ext uri="{BB962C8B-B14F-4D97-AF65-F5344CB8AC3E}">
        <p14:creationId xmlns:p14="http://schemas.microsoft.com/office/powerpoint/2010/main" val="2152956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D754B-A151-BE12-D2A8-CEFF449F6D58}"/>
            </a:ext>
          </a:extLst>
        </p:cNvPr>
        <p:cNvGrpSpPr/>
        <p:nvPr/>
      </p:nvGrpSpPr>
      <p:grpSpPr>
        <a:xfrm>
          <a:off x="0" y="0"/>
          <a:ext cx="0" cy="0"/>
          <a:chOff x="0" y="0"/>
          <a:chExt cx="0" cy="0"/>
        </a:xfrm>
      </p:grpSpPr>
      <p:sp>
        <p:nvSpPr>
          <p:cNvPr id="4" name="Flecha: cheurón 3">
            <a:extLst>
              <a:ext uri="{FF2B5EF4-FFF2-40B4-BE49-F238E27FC236}">
                <a16:creationId xmlns:a16="http://schemas.microsoft.com/office/drawing/2014/main" id="{8FE243F9-AA37-00A4-AF23-3F997662AFC8}"/>
              </a:ext>
            </a:extLst>
          </p:cNvPr>
          <p:cNvSpPr/>
          <p:nvPr/>
        </p:nvSpPr>
        <p:spPr>
          <a:xfrm>
            <a:off x="190500" y="97204"/>
            <a:ext cx="11915775" cy="217121"/>
          </a:xfrm>
          <a:prstGeom prst="chevron">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dirty="0">
                <a:solidFill>
                  <a:schemeClr val="bg1"/>
                </a:solidFill>
              </a:rPr>
              <a:t>ETAPAS DE LA INGENIERÍA </a:t>
            </a:r>
          </a:p>
        </p:txBody>
      </p:sp>
      <p:sp>
        <p:nvSpPr>
          <p:cNvPr id="5" name="Flecha: cheurón 4">
            <a:extLst>
              <a:ext uri="{FF2B5EF4-FFF2-40B4-BE49-F238E27FC236}">
                <a16:creationId xmlns:a16="http://schemas.microsoft.com/office/drawing/2014/main" id="{21A1AFFD-AA4F-D102-9E80-17EC24CC3219}"/>
              </a:ext>
            </a:extLst>
          </p:cNvPr>
          <p:cNvSpPr/>
          <p:nvPr/>
        </p:nvSpPr>
        <p:spPr>
          <a:xfrm>
            <a:off x="190502" y="433780"/>
            <a:ext cx="1828802"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REVISIÓN DE INFORMACIÓN</a:t>
            </a:r>
          </a:p>
        </p:txBody>
      </p:sp>
      <p:sp>
        <p:nvSpPr>
          <p:cNvPr id="6" name="Flecha: cheurón 5">
            <a:extLst>
              <a:ext uri="{FF2B5EF4-FFF2-40B4-BE49-F238E27FC236}">
                <a16:creationId xmlns:a16="http://schemas.microsoft.com/office/drawing/2014/main" id="{D70E81A6-EB1D-5589-6E10-F940EA1A68A0}"/>
              </a:ext>
            </a:extLst>
          </p:cNvPr>
          <p:cNvSpPr/>
          <p:nvPr/>
        </p:nvSpPr>
        <p:spPr>
          <a:xfrm>
            <a:off x="1890714" y="433780"/>
            <a:ext cx="1733547"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REQUISICIÓN PRELIMINAR</a:t>
            </a:r>
          </a:p>
        </p:txBody>
      </p:sp>
      <p:sp>
        <p:nvSpPr>
          <p:cNvPr id="7" name="Flecha: cheurón 6">
            <a:extLst>
              <a:ext uri="{FF2B5EF4-FFF2-40B4-BE49-F238E27FC236}">
                <a16:creationId xmlns:a16="http://schemas.microsoft.com/office/drawing/2014/main" id="{751AFB1B-9B1E-11E4-28BE-43F1E857938D}"/>
              </a:ext>
            </a:extLst>
          </p:cNvPr>
          <p:cNvSpPr/>
          <p:nvPr/>
        </p:nvSpPr>
        <p:spPr>
          <a:xfrm>
            <a:off x="3521876" y="433780"/>
            <a:ext cx="1733547"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MODELADO</a:t>
            </a:r>
          </a:p>
        </p:txBody>
      </p:sp>
      <p:sp>
        <p:nvSpPr>
          <p:cNvPr id="8" name="Flecha: cheurón 7">
            <a:extLst>
              <a:ext uri="{FF2B5EF4-FFF2-40B4-BE49-F238E27FC236}">
                <a16:creationId xmlns:a16="http://schemas.microsoft.com/office/drawing/2014/main" id="{CD8930B3-6AD5-DE37-EED0-4BDCD4BF0017}"/>
              </a:ext>
            </a:extLst>
          </p:cNvPr>
          <p:cNvSpPr/>
          <p:nvPr/>
        </p:nvSpPr>
        <p:spPr>
          <a:xfrm>
            <a:off x="5155409" y="433780"/>
            <a:ext cx="1874042"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MODELADO DE CONEXIONES</a:t>
            </a:r>
          </a:p>
        </p:txBody>
      </p:sp>
      <p:sp>
        <p:nvSpPr>
          <p:cNvPr id="9" name="Flecha: cheurón 8">
            <a:extLst>
              <a:ext uri="{FF2B5EF4-FFF2-40B4-BE49-F238E27FC236}">
                <a16:creationId xmlns:a16="http://schemas.microsoft.com/office/drawing/2014/main" id="{C8D27DD4-B9B3-955C-9F28-D26B18028670}"/>
              </a:ext>
            </a:extLst>
          </p:cNvPr>
          <p:cNvSpPr/>
          <p:nvPr/>
        </p:nvSpPr>
        <p:spPr>
          <a:xfrm>
            <a:off x="6924675" y="433780"/>
            <a:ext cx="1733547"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PLANOS DE FABRICACIÓN</a:t>
            </a:r>
          </a:p>
        </p:txBody>
      </p:sp>
      <p:sp>
        <p:nvSpPr>
          <p:cNvPr id="10" name="Flecha: cheurón 9">
            <a:extLst>
              <a:ext uri="{FF2B5EF4-FFF2-40B4-BE49-F238E27FC236}">
                <a16:creationId xmlns:a16="http://schemas.microsoft.com/office/drawing/2014/main" id="{DC2168DA-BC2B-F4C8-C488-573CED0CEB62}"/>
              </a:ext>
            </a:extLst>
          </p:cNvPr>
          <p:cNvSpPr/>
          <p:nvPr/>
        </p:nvSpPr>
        <p:spPr>
          <a:xfrm>
            <a:off x="8541549" y="433780"/>
            <a:ext cx="1728775" cy="461570"/>
          </a:xfrm>
          <a:prstGeom prst="chevron">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a:solidFill>
                  <a:schemeClr val="bg1"/>
                </a:solidFill>
              </a:rPr>
              <a:t>PLANOS DE MONTAJE</a:t>
            </a:r>
            <a:endParaRPr lang="es-CO" sz="1400" b="1" dirty="0">
              <a:solidFill>
                <a:schemeClr val="bg1"/>
              </a:solidFill>
            </a:endParaRPr>
          </a:p>
        </p:txBody>
      </p:sp>
      <p:sp>
        <p:nvSpPr>
          <p:cNvPr id="11" name="Flecha: cheurón 10">
            <a:extLst>
              <a:ext uri="{FF2B5EF4-FFF2-40B4-BE49-F238E27FC236}">
                <a16:creationId xmlns:a16="http://schemas.microsoft.com/office/drawing/2014/main" id="{58E4AD5F-0CEC-4907-CD0D-8D9BDEC08444}"/>
              </a:ext>
            </a:extLst>
          </p:cNvPr>
          <p:cNvSpPr/>
          <p:nvPr/>
        </p:nvSpPr>
        <p:spPr>
          <a:xfrm>
            <a:off x="10144126" y="433780"/>
            <a:ext cx="1962150"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NOTIFICACIÓN Y CIERRE</a:t>
            </a:r>
          </a:p>
        </p:txBody>
      </p:sp>
      <p:sp>
        <p:nvSpPr>
          <p:cNvPr id="12" name="CuadroTexto 11">
            <a:extLst>
              <a:ext uri="{FF2B5EF4-FFF2-40B4-BE49-F238E27FC236}">
                <a16:creationId xmlns:a16="http://schemas.microsoft.com/office/drawing/2014/main" id="{4A8621EF-36DE-3E32-8D94-86808BA59895}"/>
              </a:ext>
            </a:extLst>
          </p:cNvPr>
          <p:cNvSpPr txBox="1"/>
          <p:nvPr/>
        </p:nvSpPr>
        <p:spPr>
          <a:xfrm>
            <a:off x="372736" y="1150120"/>
            <a:ext cx="2849323" cy="1015663"/>
          </a:xfrm>
          <a:prstGeom prst="rect">
            <a:avLst/>
          </a:prstGeom>
          <a:noFill/>
        </p:spPr>
        <p:txBody>
          <a:bodyPr wrap="square" rtlCol="0">
            <a:spAutoFit/>
          </a:bodyPr>
          <a:lstStyle/>
          <a:p>
            <a:r>
              <a:rPr lang="es-MX" sz="1200" b="1" dirty="0">
                <a:solidFill>
                  <a:schemeClr val="accent5">
                    <a:lumMod val="50000"/>
                  </a:schemeClr>
                </a:solidFill>
              </a:rPr>
              <a:t>PLANOS DE MONTAJE</a:t>
            </a:r>
          </a:p>
          <a:p>
            <a:r>
              <a:rPr lang="es-MX" sz="1200" dirty="0">
                <a:solidFill>
                  <a:schemeClr val="accent5">
                    <a:lumMod val="50000"/>
                  </a:schemeClr>
                </a:solidFill>
              </a:rPr>
              <a:t>Todas las piezas que se fabrican, tienen un nombre, el plano de montaje sirve para que el montador sepa en dónde tiene que instalar cada una de las piezas.</a:t>
            </a:r>
          </a:p>
        </p:txBody>
      </p:sp>
      <p:pic>
        <p:nvPicPr>
          <p:cNvPr id="3" name="Imagen 2">
            <a:extLst>
              <a:ext uri="{FF2B5EF4-FFF2-40B4-BE49-F238E27FC236}">
                <a16:creationId xmlns:a16="http://schemas.microsoft.com/office/drawing/2014/main" id="{81D7A890-1ADA-6BE2-4BE4-1564BD4D20ED}"/>
              </a:ext>
            </a:extLst>
          </p:cNvPr>
          <p:cNvPicPr>
            <a:picLocks noChangeAspect="1"/>
          </p:cNvPicPr>
          <p:nvPr/>
        </p:nvPicPr>
        <p:blipFill>
          <a:blip r:embed="rId2"/>
          <a:stretch>
            <a:fillRect/>
          </a:stretch>
        </p:blipFill>
        <p:spPr>
          <a:xfrm>
            <a:off x="6096000" y="2371724"/>
            <a:ext cx="5758121" cy="3722372"/>
          </a:xfrm>
          <a:prstGeom prst="rect">
            <a:avLst/>
          </a:prstGeom>
        </p:spPr>
      </p:pic>
      <p:pic>
        <p:nvPicPr>
          <p:cNvPr id="14" name="Imagen 13">
            <a:extLst>
              <a:ext uri="{FF2B5EF4-FFF2-40B4-BE49-F238E27FC236}">
                <a16:creationId xmlns:a16="http://schemas.microsoft.com/office/drawing/2014/main" id="{02C5A36F-4BB6-BE15-402D-5AD556FD5A25}"/>
              </a:ext>
            </a:extLst>
          </p:cNvPr>
          <p:cNvPicPr>
            <a:picLocks noChangeAspect="1"/>
          </p:cNvPicPr>
          <p:nvPr/>
        </p:nvPicPr>
        <p:blipFill>
          <a:blip r:embed="rId3"/>
          <a:stretch>
            <a:fillRect/>
          </a:stretch>
        </p:blipFill>
        <p:spPr>
          <a:xfrm>
            <a:off x="120263" y="2371724"/>
            <a:ext cx="5725984" cy="2730067"/>
          </a:xfrm>
          <a:prstGeom prst="rect">
            <a:avLst/>
          </a:prstGeom>
        </p:spPr>
      </p:pic>
      <p:sp>
        <p:nvSpPr>
          <p:cNvPr id="15" name="CuadroTexto 14">
            <a:extLst>
              <a:ext uri="{FF2B5EF4-FFF2-40B4-BE49-F238E27FC236}">
                <a16:creationId xmlns:a16="http://schemas.microsoft.com/office/drawing/2014/main" id="{4591ADA4-A62E-24C8-2F84-C496F580586C}"/>
              </a:ext>
            </a:extLst>
          </p:cNvPr>
          <p:cNvSpPr txBox="1"/>
          <p:nvPr/>
        </p:nvSpPr>
        <p:spPr>
          <a:xfrm>
            <a:off x="5999399" y="6094096"/>
            <a:ext cx="4754326" cy="461665"/>
          </a:xfrm>
          <a:prstGeom prst="rect">
            <a:avLst/>
          </a:prstGeom>
          <a:noFill/>
        </p:spPr>
        <p:txBody>
          <a:bodyPr wrap="square" rtlCol="0">
            <a:spAutoFit/>
          </a:bodyPr>
          <a:lstStyle/>
          <a:p>
            <a:r>
              <a:rPr lang="es-MX" sz="1200" dirty="0">
                <a:solidFill>
                  <a:schemeClr val="accent5">
                    <a:lumMod val="50000"/>
                  </a:schemeClr>
                </a:solidFill>
              </a:rPr>
              <a:t>Todos los elementos en piso deben ser ubicados en su posición correcta según el plano de montaje.</a:t>
            </a:r>
          </a:p>
        </p:txBody>
      </p:sp>
    </p:spTree>
    <p:extLst>
      <p:ext uri="{BB962C8B-B14F-4D97-AF65-F5344CB8AC3E}">
        <p14:creationId xmlns:p14="http://schemas.microsoft.com/office/powerpoint/2010/main" val="4232629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F43E4-AF87-B23C-375D-D4E6AE860EF9}"/>
            </a:ext>
          </a:extLst>
        </p:cNvPr>
        <p:cNvGrpSpPr/>
        <p:nvPr/>
      </p:nvGrpSpPr>
      <p:grpSpPr>
        <a:xfrm>
          <a:off x="0" y="0"/>
          <a:ext cx="0" cy="0"/>
          <a:chOff x="0" y="0"/>
          <a:chExt cx="0" cy="0"/>
        </a:xfrm>
      </p:grpSpPr>
      <p:sp>
        <p:nvSpPr>
          <p:cNvPr id="4" name="Flecha: cheurón 3">
            <a:extLst>
              <a:ext uri="{FF2B5EF4-FFF2-40B4-BE49-F238E27FC236}">
                <a16:creationId xmlns:a16="http://schemas.microsoft.com/office/drawing/2014/main" id="{69A1B7A7-CDF6-420F-5E87-94E289DE01D5}"/>
              </a:ext>
            </a:extLst>
          </p:cNvPr>
          <p:cNvSpPr/>
          <p:nvPr/>
        </p:nvSpPr>
        <p:spPr>
          <a:xfrm>
            <a:off x="190500" y="97204"/>
            <a:ext cx="11915775" cy="217121"/>
          </a:xfrm>
          <a:prstGeom prst="chevron">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600" b="1" dirty="0">
                <a:solidFill>
                  <a:schemeClr val="bg1"/>
                </a:solidFill>
              </a:rPr>
              <a:t>ETAPAS DE LA INGENIERÍA </a:t>
            </a:r>
          </a:p>
        </p:txBody>
      </p:sp>
      <p:sp>
        <p:nvSpPr>
          <p:cNvPr id="5" name="Flecha: cheurón 4">
            <a:extLst>
              <a:ext uri="{FF2B5EF4-FFF2-40B4-BE49-F238E27FC236}">
                <a16:creationId xmlns:a16="http://schemas.microsoft.com/office/drawing/2014/main" id="{B426FDD2-A710-6E73-61B8-C6C26E669924}"/>
              </a:ext>
            </a:extLst>
          </p:cNvPr>
          <p:cNvSpPr/>
          <p:nvPr/>
        </p:nvSpPr>
        <p:spPr>
          <a:xfrm>
            <a:off x="190502" y="433780"/>
            <a:ext cx="1828802"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REVISIÓN DE INFORMACIÓN</a:t>
            </a:r>
          </a:p>
        </p:txBody>
      </p:sp>
      <p:sp>
        <p:nvSpPr>
          <p:cNvPr id="6" name="Flecha: cheurón 5">
            <a:extLst>
              <a:ext uri="{FF2B5EF4-FFF2-40B4-BE49-F238E27FC236}">
                <a16:creationId xmlns:a16="http://schemas.microsoft.com/office/drawing/2014/main" id="{BA3DD1EC-B77C-BC36-C9AC-2842C57F0EC5}"/>
              </a:ext>
            </a:extLst>
          </p:cNvPr>
          <p:cNvSpPr/>
          <p:nvPr/>
        </p:nvSpPr>
        <p:spPr>
          <a:xfrm>
            <a:off x="1890714" y="433780"/>
            <a:ext cx="1733547"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REQUISICIÓN PRELIMINAR</a:t>
            </a:r>
          </a:p>
        </p:txBody>
      </p:sp>
      <p:sp>
        <p:nvSpPr>
          <p:cNvPr id="7" name="Flecha: cheurón 6">
            <a:extLst>
              <a:ext uri="{FF2B5EF4-FFF2-40B4-BE49-F238E27FC236}">
                <a16:creationId xmlns:a16="http://schemas.microsoft.com/office/drawing/2014/main" id="{C56F2D14-D154-2565-542E-081F80B2C4A7}"/>
              </a:ext>
            </a:extLst>
          </p:cNvPr>
          <p:cNvSpPr/>
          <p:nvPr/>
        </p:nvSpPr>
        <p:spPr>
          <a:xfrm>
            <a:off x="3521876" y="433780"/>
            <a:ext cx="1733547"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MODELADO</a:t>
            </a:r>
          </a:p>
        </p:txBody>
      </p:sp>
      <p:sp>
        <p:nvSpPr>
          <p:cNvPr id="8" name="Flecha: cheurón 7">
            <a:extLst>
              <a:ext uri="{FF2B5EF4-FFF2-40B4-BE49-F238E27FC236}">
                <a16:creationId xmlns:a16="http://schemas.microsoft.com/office/drawing/2014/main" id="{BF69BF02-88EA-BDAE-05AC-DFE110281607}"/>
              </a:ext>
            </a:extLst>
          </p:cNvPr>
          <p:cNvSpPr/>
          <p:nvPr/>
        </p:nvSpPr>
        <p:spPr>
          <a:xfrm>
            <a:off x="5155409" y="433780"/>
            <a:ext cx="1874042"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MODELADO DE CONEXIONES</a:t>
            </a:r>
          </a:p>
        </p:txBody>
      </p:sp>
      <p:sp>
        <p:nvSpPr>
          <p:cNvPr id="9" name="Flecha: cheurón 8">
            <a:extLst>
              <a:ext uri="{FF2B5EF4-FFF2-40B4-BE49-F238E27FC236}">
                <a16:creationId xmlns:a16="http://schemas.microsoft.com/office/drawing/2014/main" id="{89A02BB6-419B-5F77-BD9A-DC2E72EB124E}"/>
              </a:ext>
            </a:extLst>
          </p:cNvPr>
          <p:cNvSpPr/>
          <p:nvPr/>
        </p:nvSpPr>
        <p:spPr>
          <a:xfrm>
            <a:off x="6924675" y="433780"/>
            <a:ext cx="1733547"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PLANOS DE FABRICACIÓN</a:t>
            </a:r>
          </a:p>
        </p:txBody>
      </p:sp>
      <p:sp>
        <p:nvSpPr>
          <p:cNvPr id="10" name="Flecha: cheurón 9">
            <a:extLst>
              <a:ext uri="{FF2B5EF4-FFF2-40B4-BE49-F238E27FC236}">
                <a16:creationId xmlns:a16="http://schemas.microsoft.com/office/drawing/2014/main" id="{2DC2FDAF-DCD4-DBD6-12AB-9262A7E47927}"/>
              </a:ext>
            </a:extLst>
          </p:cNvPr>
          <p:cNvSpPr/>
          <p:nvPr/>
        </p:nvSpPr>
        <p:spPr>
          <a:xfrm>
            <a:off x="8541549" y="433780"/>
            <a:ext cx="1728775" cy="461570"/>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PLANOS DE MONTAJE</a:t>
            </a:r>
          </a:p>
        </p:txBody>
      </p:sp>
      <p:sp>
        <p:nvSpPr>
          <p:cNvPr id="11" name="Flecha: cheurón 10">
            <a:extLst>
              <a:ext uri="{FF2B5EF4-FFF2-40B4-BE49-F238E27FC236}">
                <a16:creationId xmlns:a16="http://schemas.microsoft.com/office/drawing/2014/main" id="{02F8EB49-1B6C-2AF6-2C67-9D1530B2B9F8}"/>
              </a:ext>
            </a:extLst>
          </p:cNvPr>
          <p:cNvSpPr/>
          <p:nvPr/>
        </p:nvSpPr>
        <p:spPr>
          <a:xfrm>
            <a:off x="10144126" y="433780"/>
            <a:ext cx="1962150" cy="461570"/>
          </a:xfrm>
          <a:prstGeom prst="chevron">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CO" sz="1400" b="1" dirty="0">
                <a:solidFill>
                  <a:schemeClr val="bg1"/>
                </a:solidFill>
              </a:rPr>
              <a:t>NOTIFICACIÓN Y CIERRE</a:t>
            </a:r>
          </a:p>
        </p:txBody>
      </p:sp>
      <p:sp>
        <p:nvSpPr>
          <p:cNvPr id="12" name="CuadroTexto 11">
            <a:extLst>
              <a:ext uri="{FF2B5EF4-FFF2-40B4-BE49-F238E27FC236}">
                <a16:creationId xmlns:a16="http://schemas.microsoft.com/office/drawing/2014/main" id="{98B73907-BDD6-7408-8AF1-02F5059C0D09}"/>
              </a:ext>
            </a:extLst>
          </p:cNvPr>
          <p:cNvSpPr txBox="1"/>
          <p:nvPr/>
        </p:nvSpPr>
        <p:spPr>
          <a:xfrm>
            <a:off x="320350" y="1121855"/>
            <a:ext cx="2849323" cy="1200329"/>
          </a:xfrm>
          <a:prstGeom prst="rect">
            <a:avLst/>
          </a:prstGeom>
          <a:noFill/>
        </p:spPr>
        <p:txBody>
          <a:bodyPr wrap="square" rtlCol="0">
            <a:spAutoFit/>
          </a:bodyPr>
          <a:lstStyle/>
          <a:p>
            <a:r>
              <a:rPr lang="es-MX" sz="1200" b="1" dirty="0">
                <a:solidFill>
                  <a:schemeClr val="accent5">
                    <a:lumMod val="50000"/>
                  </a:schemeClr>
                </a:solidFill>
              </a:rPr>
              <a:t>NOTIFICACIÓN Y CIERRE</a:t>
            </a:r>
          </a:p>
          <a:p>
            <a:r>
              <a:rPr lang="es-MX" sz="1200" dirty="0">
                <a:solidFill>
                  <a:schemeClr val="accent5">
                    <a:lumMod val="50000"/>
                  </a:schemeClr>
                </a:solidFill>
              </a:rPr>
              <a:t>Cuando se ha terminado la ingeniería, y se ha notificado en SAP por el departamento de captura, el ingeniero debe asegurarse que todo lo que aparece en SAP está completo.</a:t>
            </a:r>
          </a:p>
        </p:txBody>
      </p:sp>
      <p:pic>
        <p:nvPicPr>
          <p:cNvPr id="13" name="Imagen 12">
            <a:extLst>
              <a:ext uri="{FF2B5EF4-FFF2-40B4-BE49-F238E27FC236}">
                <a16:creationId xmlns:a16="http://schemas.microsoft.com/office/drawing/2014/main" id="{CB01AF8D-28E6-4947-2EEC-C1703F367F18}"/>
              </a:ext>
            </a:extLst>
          </p:cNvPr>
          <p:cNvPicPr>
            <a:picLocks noChangeAspect="1"/>
          </p:cNvPicPr>
          <p:nvPr/>
        </p:nvPicPr>
        <p:blipFill>
          <a:blip r:embed="rId2"/>
          <a:stretch>
            <a:fillRect/>
          </a:stretch>
        </p:blipFill>
        <p:spPr>
          <a:xfrm>
            <a:off x="190500" y="2548689"/>
            <a:ext cx="10128513" cy="4139137"/>
          </a:xfrm>
          <a:prstGeom prst="rect">
            <a:avLst/>
          </a:prstGeom>
        </p:spPr>
      </p:pic>
      <p:sp>
        <p:nvSpPr>
          <p:cNvPr id="16" name="CuadroTexto 15">
            <a:extLst>
              <a:ext uri="{FF2B5EF4-FFF2-40B4-BE49-F238E27FC236}">
                <a16:creationId xmlns:a16="http://schemas.microsoft.com/office/drawing/2014/main" id="{04313E33-12C9-1904-478D-A83728594D7F}"/>
              </a:ext>
            </a:extLst>
          </p:cNvPr>
          <p:cNvSpPr txBox="1"/>
          <p:nvPr/>
        </p:nvSpPr>
        <p:spPr>
          <a:xfrm>
            <a:off x="4991100" y="1121854"/>
            <a:ext cx="6782354" cy="1384995"/>
          </a:xfrm>
          <a:prstGeom prst="rect">
            <a:avLst/>
          </a:prstGeom>
          <a:noFill/>
        </p:spPr>
        <p:txBody>
          <a:bodyPr wrap="square" rtlCol="0">
            <a:spAutoFit/>
          </a:bodyPr>
          <a:lstStyle/>
          <a:p>
            <a:r>
              <a:rPr lang="es-MX" sz="1200" b="1" dirty="0">
                <a:solidFill>
                  <a:schemeClr val="accent5">
                    <a:lumMod val="50000"/>
                  </a:schemeClr>
                </a:solidFill>
              </a:rPr>
              <a:t>Este cierre es una comparativa entre:</a:t>
            </a:r>
          </a:p>
          <a:p>
            <a:r>
              <a:rPr lang="es-MX" sz="1200" dirty="0">
                <a:solidFill>
                  <a:schemeClr val="accent5">
                    <a:lumMod val="50000"/>
                  </a:schemeClr>
                </a:solidFill>
              </a:rPr>
              <a:t>Lo que comercial vendió vs lo que ingeniería notificó, asegurarse que no falte ningún producto.</a:t>
            </a:r>
          </a:p>
          <a:p>
            <a:r>
              <a:rPr lang="es-MX" sz="1200" dirty="0">
                <a:solidFill>
                  <a:schemeClr val="accent5">
                    <a:lumMod val="50000"/>
                  </a:schemeClr>
                </a:solidFill>
              </a:rPr>
              <a:t>Lo que marcan los planos de ingeniería básica vs lo que marca el modelo de </a:t>
            </a:r>
            <a:r>
              <a:rPr lang="es-MX" sz="1200" dirty="0" err="1">
                <a:solidFill>
                  <a:schemeClr val="accent5">
                    <a:lumMod val="50000"/>
                  </a:schemeClr>
                </a:solidFill>
              </a:rPr>
              <a:t>tekla</a:t>
            </a:r>
            <a:r>
              <a:rPr lang="es-MX" sz="1200" dirty="0">
                <a:solidFill>
                  <a:schemeClr val="accent5">
                    <a:lumMod val="50000"/>
                  </a:schemeClr>
                </a:solidFill>
              </a:rPr>
              <a:t>, asegurarse que todos los elementos se hayan modelado.</a:t>
            </a:r>
          </a:p>
          <a:p>
            <a:r>
              <a:rPr lang="es-MX" sz="1200" dirty="0">
                <a:solidFill>
                  <a:schemeClr val="accent5">
                    <a:lumMod val="50000"/>
                  </a:schemeClr>
                </a:solidFill>
              </a:rPr>
              <a:t>Lo que se modeló en </a:t>
            </a:r>
            <a:r>
              <a:rPr lang="es-MX" sz="1200" dirty="0" err="1">
                <a:solidFill>
                  <a:schemeClr val="accent5">
                    <a:lumMod val="50000"/>
                  </a:schemeClr>
                </a:solidFill>
              </a:rPr>
              <a:t>tekla</a:t>
            </a:r>
            <a:r>
              <a:rPr lang="es-MX" sz="1200" dirty="0">
                <a:solidFill>
                  <a:schemeClr val="accent5">
                    <a:lumMod val="50000"/>
                  </a:schemeClr>
                </a:solidFill>
              </a:rPr>
              <a:t> vs lo que se notificó en SAP, para asegurarse que todo lo que se necesita en el proyecto se vaya a fabricar.</a:t>
            </a:r>
          </a:p>
          <a:p>
            <a:r>
              <a:rPr lang="es-MX" sz="1200" dirty="0">
                <a:solidFill>
                  <a:schemeClr val="accent5">
                    <a:lumMod val="50000"/>
                  </a:schemeClr>
                </a:solidFill>
              </a:rPr>
              <a:t>Asegurarse que todo el material se haya pedido, para que luego no falte en planta a la hora de fabricar.</a:t>
            </a:r>
          </a:p>
        </p:txBody>
      </p:sp>
    </p:spTree>
    <p:extLst>
      <p:ext uri="{BB962C8B-B14F-4D97-AF65-F5344CB8AC3E}">
        <p14:creationId xmlns:p14="http://schemas.microsoft.com/office/powerpoint/2010/main" val="91301728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541</TotalTime>
  <Words>1347</Words>
  <Application>Microsoft Office PowerPoint</Application>
  <PresentationFormat>Panorámica</PresentationFormat>
  <Paragraphs>205</Paragraphs>
  <Slides>9</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9</vt:i4>
      </vt:variant>
    </vt:vector>
  </HeadingPairs>
  <TitlesOfParts>
    <vt:vector size="13" baseType="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Brenda Berenice Ledezma Montoya</dc:creator>
  <cp:lastModifiedBy>Brenda Berenice Ledezma Montoya</cp:lastModifiedBy>
  <cp:revision>1</cp:revision>
  <dcterms:created xsi:type="dcterms:W3CDTF">2026-05-20T15:53:08Z</dcterms:created>
  <dcterms:modified xsi:type="dcterms:W3CDTF">2026-05-21T00:54:45Z</dcterms:modified>
</cp:coreProperties>
</file>